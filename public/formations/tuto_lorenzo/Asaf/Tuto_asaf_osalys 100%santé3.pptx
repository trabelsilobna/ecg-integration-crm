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/2+59bsyZag7sPk/c+4n+Fx5V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hyperlink" Target="#'4'!A1" TargetMode="External"/><Relationship Id="rId13" Type="http://schemas.openxmlformats.org/officeDocument/2006/relationships/hyperlink" Target="#'11'!A1" TargetMode="External"/><Relationship Id="rId12" Type="http://schemas.openxmlformats.org/officeDocument/2006/relationships/hyperlink" Target="#'4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23.png"/><Relationship Id="rId9" Type="http://schemas.openxmlformats.org/officeDocument/2006/relationships/image" Target="../media/image13.jpg"/><Relationship Id="rId1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jpg"/><Relationship Id="rId7" Type="http://schemas.openxmlformats.org/officeDocument/2006/relationships/hyperlink" Target="#'28'!A1" TargetMode="External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#'28'!A1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hyperlink" Target="#'28'!A1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3.jp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hyperlink" Target="#'4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3.jpg"/><Relationship Id="rId5" Type="http://schemas.openxmlformats.org/officeDocument/2006/relationships/image" Target="../media/image11.jpg"/><Relationship Id="rId6" Type="http://schemas.openxmlformats.org/officeDocument/2006/relationships/image" Target="../media/image18.jpg"/><Relationship Id="rId7" Type="http://schemas.openxmlformats.org/officeDocument/2006/relationships/hyperlink" Target="#'28'!A1" TargetMode="External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32.png"/><Relationship Id="rId13" Type="http://schemas.openxmlformats.org/officeDocument/2006/relationships/image" Target="../media/image37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hyperlink" Target="#'28'!A1" TargetMode="External"/><Relationship Id="rId9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3.jpg"/><Relationship Id="rId7" Type="http://schemas.openxmlformats.org/officeDocument/2006/relationships/hyperlink" Target="#'11'!A1" TargetMode="External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hyperlink" Target="#'28'!A1" TargetMode="External"/><Relationship Id="rId9" Type="http://schemas.openxmlformats.org/officeDocument/2006/relationships/image" Target="../media/image26.png"/><Relationship Id="rId5" Type="http://schemas.openxmlformats.org/officeDocument/2006/relationships/image" Target="../media/image10.png"/><Relationship Id="rId6" Type="http://schemas.openxmlformats.org/officeDocument/2006/relationships/image" Target="../media/image13.jp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29.png"/><Relationship Id="rId6" Type="http://schemas.openxmlformats.org/officeDocument/2006/relationships/hyperlink" Target="#'28'!A1" TargetMode="External"/><Relationship Id="rId7" Type="http://schemas.openxmlformats.org/officeDocument/2006/relationships/image" Target="../media/image10.png"/><Relationship Id="rId8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jp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9" Type="http://schemas.openxmlformats.org/officeDocument/2006/relationships/hyperlink" Target="#'28'!A1" TargetMode="External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Relationship Id="rId8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4"/>
          <p:cNvGrpSpPr/>
          <p:nvPr/>
        </p:nvGrpSpPr>
        <p:grpSpPr>
          <a:xfrm>
            <a:off x="2687649" y="3265252"/>
            <a:ext cx="3759200" cy="1463934"/>
            <a:chOff x="2463800" y="2847597"/>
            <a:chExt cx="3759200" cy="1463934"/>
          </a:xfrm>
        </p:grpSpPr>
        <p:sp>
          <p:nvSpPr>
            <p:cNvPr id="90" name="Google Shape;90;p14"/>
            <p:cNvSpPr/>
            <p:nvPr/>
          </p:nvSpPr>
          <p:spPr>
            <a:xfrm>
              <a:off x="2463800" y="284759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</a:t>
              </a:r>
              <a:r>
                <a:rPr b="1" i="0" lang="fr-FR" sz="2000" u="none" cap="none" strike="noStrike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 Réseau de soins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des  professionnels  de santé pour des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équipements de qualité à prix réduit</a:t>
              </a:r>
              <a:endParaRPr/>
            </a:p>
          </p:txBody>
        </p:sp>
        <p:grpSp>
          <p:nvGrpSpPr>
            <p:cNvPr id="91" name="Google Shape;91;p14"/>
            <p:cNvGrpSpPr/>
            <p:nvPr/>
          </p:nvGrpSpPr>
          <p:grpSpPr>
            <a:xfrm>
              <a:off x="2524885" y="3065751"/>
              <a:ext cx="976837" cy="1010393"/>
              <a:chOff x="2548471" y="3049424"/>
              <a:chExt cx="976837" cy="1010393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2548471" y="3049424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Réseaux de soins et de professionnels - Uneoreilleavertie.com" id="93" name="Google Shape;93;p14"/>
              <p:cNvPicPr preferRelativeResize="0"/>
              <p:nvPr/>
            </p:nvPicPr>
            <p:blipFill rotWithShape="1">
              <a:blip r:embed="rId3">
                <a:alphaModFix/>
              </a:blip>
              <a:srcRect b="17480" l="6110" r="8264" t="12370"/>
              <a:stretch/>
            </p:blipFill>
            <p:spPr>
              <a:xfrm>
                <a:off x="2693612" y="3280574"/>
                <a:ext cx="670266" cy="5771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4" name="Google Shape;94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deux renforts et une surcomplémentaire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1977671" y="1565239"/>
            <a:ext cx="976837" cy="1010393"/>
            <a:chOff x="2109263" y="1465142"/>
            <a:chExt cx="976837" cy="1010393"/>
          </a:xfrm>
        </p:grpSpPr>
        <p:sp>
          <p:nvSpPr>
            <p:cNvPr id="97" name="Google Shape;97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8" name="Google Shape;98;p14"/>
            <p:cNvPicPr preferRelativeResize="0"/>
            <p:nvPr/>
          </p:nvPicPr>
          <p:blipFill rotWithShape="1">
            <a:blip r:embed="rId4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TNS, les Familles et les Séniors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2687649" y="5275701"/>
            <a:ext cx="3759200" cy="1463934"/>
            <a:chOff x="2841625" y="4500433"/>
            <a:chExt cx="3759200" cy="1463934"/>
          </a:xfrm>
        </p:grpSpPr>
        <p:sp>
          <p:nvSpPr>
            <p:cNvPr id="102" name="Google Shape;102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103" name="Google Shape;103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105" name="Google Shape;105;p14"/>
              <p:cNvPicPr preferRelativeResize="0"/>
              <p:nvPr/>
            </p:nvPicPr>
            <p:blipFill rotWithShape="1">
              <a:blip r:embed="rId5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6" name="Google Shape;106;p14"/>
          <p:cNvGrpSpPr/>
          <p:nvPr/>
        </p:nvGrpSpPr>
        <p:grpSpPr>
          <a:xfrm>
            <a:off x="2045763" y="7369195"/>
            <a:ext cx="3759200" cy="1463934"/>
            <a:chOff x="2463800" y="6116167"/>
            <a:chExt cx="3759200" cy="1463934"/>
          </a:xfrm>
        </p:grpSpPr>
        <p:sp>
          <p:nvSpPr>
            <p:cNvPr id="107" name="Google Shape;107;p14"/>
            <p:cNvSpPr/>
            <p:nvPr/>
          </p:nvSpPr>
          <p:spPr>
            <a:xfrm>
              <a:off x="2463800" y="611616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Une assistance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</a:t>
              </a: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service haut de gamme 24h/24, 7j/7 pour vous accompagner en cas de coup dur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" name="Google Shape;108;p14"/>
            <p:cNvGrpSpPr/>
            <p:nvPr/>
          </p:nvGrpSpPr>
          <p:grpSpPr>
            <a:xfrm>
              <a:off x="2544746" y="6360928"/>
              <a:ext cx="976837" cy="1010393"/>
              <a:chOff x="2566518" y="6340968"/>
              <a:chExt cx="976837" cy="1010393"/>
            </a:xfrm>
          </p:grpSpPr>
          <p:sp>
            <p:nvSpPr>
              <p:cNvPr id="109" name="Google Shape;109;p14"/>
              <p:cNvSpPr/>
              <p:nvPr/>
            </p:nvSpPr>
            <p:spPr>
              <a:xfrm>
                <a:off x="2566518" y="634096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ssistance and protection logo work people sign Vector Image" id="110" name="Google Shape;110;p14"/>
              <p:cNvPicPr preferRelativeResize="0"/>
              <p:nvPr/>
            </p:nvPicPr>
            <p:blipFill rotWithShape="1">
              <a:blip r:embed="rId6">
                <a:alphaModFix/>
              </a:blip>
              <a:srcRect b="31895" l="20105" r="19154" t="9307"/>
              <a:stretch/>
            </p:blipFill>
            <p:spPr>
              <a:xfrm>
                <a:off x="2781449" y="6523581"/>
                <a:ext cx="577433" cy="6037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1" name="Google Shape;111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12" name="Google Shape;112;p1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</a:t>
              </a: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by                                   assuré par                                 </a:t>
              </a:r>
              <a:endParaRPr/>
            </a:p>
          </p:txBody>
        </p:sp>
        <p:pic>
          <p:nvPicPr>
            <p:cNvPr id="113" name="Google Shape;113;p14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14" name="Google Shape;114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xa logo and symbol, meaning, history, PNG, brand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5452" y="1702387"/>
            <a:ext cx="614018" cy="57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65452" y="3651740"/>
            <a:ext cx="1356793" cy="5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>
            <a:hlinkClick r:id="rId12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9793" y="5716798"/>
            <a:ext cx="1283792" cy="54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AXA – Les Guidons de Romillé" id="118" name="Google Shape;118;p14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1489" l="10199" r="10936" t="4167"/>
          <a:stretch/>
        </p:blipFill>
        <p:spPr>
          <a:xfrm>
            <a:off x="4472266" y="7784221"/>
            <a:ext cx="626783" cy="620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329746" y="289444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337703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8343" y="4941737"/>
            <a:ext cx="6198508" cy="746597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renforts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 choix et cumulables,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Accessibles dès l’adhésion ou en cours de contrat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surcomplémentaire performante  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 responsable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48343" y="4008856"/>
            <a:ext cx="6198508" cy="84254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professions éligibles pour le poste médecine naturelle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prise en charge des médicaments a base de nicotine pour le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Sevrage tabagique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61043" y="5778671"/>
            <a:ext cx="6198508" cy="114115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cas d’adhésion Couple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Gratuité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à partir du 3ème enfant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-Jusqu’à 12 % de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cas de souscription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contrat de prévoyance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ASAF &amp; AFPS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48343" y="70408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Itélis,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</a:t>
            </a: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soins moins onéreux et de qualité, de meilleurs rembourse</a:t>
            </a: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ments, des tarifs spécialement négociés auprès de professionnels sélectionnés pour leur expertise et leurs compétences</a:t>
            </a:r>
            <a:endParaRPr sz="1200"/>
          </a:p>
        </p:txBody>
      </p:sp>
      <p:sp>
        <p:nvSpPr>
          <p:cNvPr id="129" name="Google Shape;129;p15"/>
          <p:cNvSpPr/>
          <p:nvPr/>
        </p:nvSpPr>
        <p:spPr>
          <a:xfrm>
            <a:off x="361043" y="797131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AXA ASSISTANCE en inclusion :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d’aide à domicile, téléassistance soutien psychologique, portail coach bienêtre, conseil santé &amp; bien-être</a:t>
            </a:r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1" name="Google Shape;131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Osalys 100%santé3 ?</a:t>
              </a:r>
              <a:endParaRPr/>
            </a:p>
          </p:txBody>
        </p:sp>
        <p:pic>
          <p:nvPicPr>
            <p:cNvPr descr="Bonne idée - Icônes commercialisation gratuites" id="132" name="Google Shape;13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15"/>
          <p:cNvSpPr/>
          <p:nvPr/>
        </p:nvSpPr>
        <p:spPr>
          <a:xfrm>
            <a:off x="329746" y="2120838"/>
            <a:ext cx="6198508" cy="685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contrat Santé modulable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des garanties équilibrées et complètes au juste prix !</a:t>
            </a:r>
            <a:endParaRPr/>
          </a:p>
        </p:txBody>
      </p:sp>
      <p:grpSp>
        <p:nvGrpSpPr>
          <p:cNvPr id="134" name="Google Shape;134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35" name="Google Shape;135;p1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   by                                   assuré par                                 </a:t>
              </a:r>
              <a:endParaRPr/>
            </a:p>
          </p:txBody>
        </p:sp>
        <p:pic>
          <p:nvPicPr>
            <p:cNvPr id="136" name="Google Shape;136;p1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37" name="Google Shape;137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16"/>
          <p:cNvGrpSpPr/>
          <p:nvPr/>
        </p:nvGrpSpPr>
        <p:grpSpPr>
          <a:xfrm>
            <a:off x="933341" y="986701"/>
            <a:ext cx="5002855" cy="1032599"/>
            <a:chOff x="925599" y="1029786"/>
            <a:chExt cx="5150068" cy="1200329"/>
          </a:xfrm>
        </p:grpSpPr>
        <p:pic>
          <p:nvPicPr>
            <p:cNvPr descr="ajuster la conception de l'icône créative 15456496 Art vectoriel chez  Vecteezy" id="144" name="Google Shape;14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55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6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Osalys 100%santé3,vous donne la possibilité de booster vos garanties</a:t>
              </a:r>
              <a:endParaRPr/>
            </a:p>
          </p:txBody>
        </p:sp>
      </p:grpSp>
      <p:grpSp>
        <p:nvGrpSpPr>
          <p:cNvPr id="146" name="Google Shape;146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47" name="Google Shape;147;p1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   by                                   assuré par                                 </a:t>
              </a:r>
              <a:endParaRPr/>
            </a:p>
          </p:txBody>
        </p:sp>
        <p:pic>
          <p:nvPicPr>
            <p:cNvPr id="148" name="Google Shape;148;p16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49" name="Google Shape;149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850" y="2051362"/>
            <a:ext cx="6362700" cy="5965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3849" y="7912100"/>
            <a:ext cx="6397157" cy="1697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17"/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descr="Feingeist - Lunette Pour Les Ecran - Free Transparent PNG Clipart Images  Download" id="158" name="Google Shape;15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7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accès  à 3000 opticiens partenaires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verres; – 15% sur les solaires de grandes marques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casse sans franchise durant deux années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d’adaptation de 2 mois sur les verres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40 centres de chirurgie réfractive partenaires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1314808" y="4312618"/>
            <a:ext cx="5409936" cy="1169551"/>
            <a:chOff x="1730184" y="4376845"/>
            <a:chExt cx="4992359" cy="1169551"/>
          </a:xfrm>
        </p:grpSpPr>
        <p:pic>
          <p:nvPicPr>
            <p:cNvPr descr="Icône D'oreille Pour Vos Sites De Conception Et Projets PNG , Audio, Oreille,  Écoutez Licône PNG et vecteur pour téléchargement gratuit" id="161" name="Google Shape;161;p17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7"/>
            <p:cNvSpPr txBox="1"/>
            <p:nvPr/>
          </p:nvSpPr>
          <p:spPr>
            <a:xfrm>
              <a:off x="2175244" y="4376845"/>
              <a:ext cx="4547299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15% sur le prix du marché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-15% sur les accessoires, -10% sur les piles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ne garantie « Satisfait ou échangé »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de 4ans, en cas de casse, panne ou vol</a:t>
              </a:r>
              <a:endParaRPr/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239620" y="5760973"/>
            <a:ext cx="5653180" cy="1169551"/>
            <a:chOff x="521694" y="6041286"/>
            <a:chExt cx="5653180" cy="1169551"/>
          </a:xfrm>
        </p:grpSpPr>
        <p:pic>
          <p:nvPicPr>
            <p:cNvPr descr="Bouton Logo Les Dents - Images vectorielles gratuites sur Pixabay - Pixabay" id="164" name="Google Shape;16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7"/>
            <p:cNvSpPr txBox="1"/>
            <p:nvPr/>
          </p:nvSpPr>
          <p:spPr>
            <a:xfrm>
              <a:off x="1144276" y="6041286"/>
              <a:ext cx="5030598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’accès à 2500 chirurgiens dentistes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moins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% par rapport aux prix habituellement pratiqué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25% de remise sur les traitements implantaires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1331206" y="7289995"/>
            <a:ext cx="5526794" cy="1600438"/>
            <a:chOff x="1261356" y="7832744"/>
            <a:chExt cx="5406144" cy="1600438"/>
          </a:xfrm>
        </p:grpSpPr>
        <p:pic>
          <p:nvPicPr>
            <p:cNvPr descr="Centre d'ostéopathie - Roxane Gervais St-Amour D.O." id="167" name="Google Shape;16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7"/>
            <p:cNvSpPr txBox="1"/>
            <p:nvPr/>
          </p:nvSpPr>
          <p:spPr>
            <a:xfrm>
              <a:off x="1739850" y="7832744"/>
              <a:ext cx="4927650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un réseau de 300 chiropracteurs et ostéopathes partenaires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un réseau de 300 psychologues, en cabinet ou en téléconsultation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un réseau de 200 diététiciens en téléconsultation sur la plateforme « Diet en Visio »</a:t>
              </a:r>
              <a:endParaRPr/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70" name="Google Shape;170;p17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   by                                   assuré par                                 </a:t>
              </a:r>
              <a:endParaRPr/>
            </a:p>
          </p:txBody>
        </p:sp>
        <p:pic>
          <p:nvPicPr>
            <p:cNvPr id="171" name="Google Shape;171;p17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72" name="Google Shape;172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17"/>
          <p:cNvGrpSpPr/>
          <p:nvPr/>
        </p:nvGrpSpPr>
        <p:grpSpPr>
          <a:xfrm>
            <a:off x="628423" y="964598"/>
            <a:ext cx="5601154" cy="954107"/>
            <a:chOff x="628423" y="964598"/>
            <a:chExt cx="5601154" cy="954107"/>
          </a:xfrm>
        </p:grpSpPr>
        <p:sp>
          <p:nvSpPr>
            <p:cNvPr id="174" name="Google Shape;174;p17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Itélis ?</a:t>
              </a:r>
              <a:endParaRPr/>
            </a:p>
          </p:txBody>
        </p:sp>
        <p:pic>
          <p:nvPicPr>
            <p:cNvPr id="175" name="Google Shape;175;p17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28423" y="1051688"/>
              <a:ext cx="1726160" cy="7275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182" name="Google Shape;182;p18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   by                                   assuré par                                 </a:t>
              </a:r>
              <a:endParaRPr/>
            </a:p>
          </p:txBody>
        </p:sp>
        <p:pic>
          <p:nvPicPr>
            <p:cNvPr id="183" name="Google Shape;183;p18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184" name="Google Shape;184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8"/>
          <p:cNvGrpSpPr/>
          <p:nvPr/>
        </p:nvGrpSpPr>
        <p:grpSpPr>
          <a:xfrm>
            <a:off x="897353" y="1065193"/>
            <a:ext cx="5425641" cy="954107"/>
            <a:chOff x="897353" y="1065193"/>
            <a:chExt cx="5425641" cy="954107"/>
          </a:xfrm>
        </p:grpSpPr>
        <p:pic>
          <p:nvPicPr>
            <p:cNvPr descr="ASSISTANCE AXA – Les Guidons de Romillé" id="186" name="Google Shape;186;p18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1489" l="10199" r="10936" t="4167"/>
            <a:stretch/>
          </p:blipFill>
          <p:spPr>
            <a:xfrm>
              <a:off x="897353" y="1091321"/>
              <a:ext cx="821909" cy="8136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8"/>
            <p:cNvSpPr txBox="1"/>
            <p:nvPr/>
          </p:nvSpPr>
          <p:spPr>
            <a:xfrm>
              <a:off x="1638507" y="1065193"/>
              <a:ext cx="4684487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faire appel à l’assistance AXA Assistance ?</a:t>
              </a:r>
              <a:endParaRPr/>
            </a:p>
          </p:txBody>
        </p:sp>
      </p:grpSp>
      <p:sp>
        <p:nvSpPr>
          <p:cNvPr id="188" name="Google Shape;188;p18"/>
          <p:cNvSpPr txBox="1"/>
          <p:nvPr/>
        </p:nvSpPr>
        <p:spPr>
          <a:xfrm>
            <a:off x="956518" y="2244286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AXA Assistance, vous propose gratuitement:</a:t>
            </a:r>
            <a:endParaRPr/>
          </a:p>
        </p:txBody>
      </p:sp>
      <p:grpSp>
        <p:nvGrpSpPr>
          <p:cNvPr id="189" name="Google Shape;189;p18"/>
          <p:cNvGrpSpPr/>
          <p:nvPr/>
        </p:nvGrpSpPr>
        <p:grpSpPr>
          <a:xfrm>
            <a:off x="120105" y="3175859"/>
            <a:ext cx="6020613" cy="811475"/>
            <a:chOff x="400050" y="2786464"/>
            <a:chExt cx="6020613" cy="811475"/>
          </a:xfrm>
        </p:grpSpPr>
        <p:sp>
          <p:nvSpPr>
            <p:cNvPr id="190" name="Google Shape;190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91" name="Google Shape;191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18"/>
          <p:cNvGrpSpPr/>
          <p:nvPr/>
        </p:nvGrpSpPr>
        <p:grpSpPr>
          <a:xfrm>
            <a:off x="831907" y="4144286"/>
            <a:ext cx="5639929" cy="662278"/>
            <a:chOff x="222327" y="3957748"/>
            <a:chExt cx="6053947" cy="662278"/>
          </a:xfrm>
        </p:grpSpPr>
        <p:sp>
          <p:nvSpPr>
            <p:cNvPr id="193" name="Google Shape;193;p18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repas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4" name="Google Shape;194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18"/>
          <p:cNvGrpSpPr/>
          <p:nvPr/>
        </p:nvGrpSpPr>
        <p:grpSpPr>
          <a:xfrm>
            <a:off x="120105" y="5180089"/>
            <a:ext cx="6198819" cy="733785"/>
            <a:chOff x="222327" y="5188381"/>
            <a:chExt cx="6198819" cy="733785"/>
          </a:xfrm>
        </p:grpSpPr>
        <p:pic>
          <p:nvPicPr>
            <p:cNvPr id="196" name="Google Shape;196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18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</a:t>
              </a:r>
              <a:r>
                <a:rPr lang="fr-FR">
                  <a:solidFill>
                    <a:srgbClr val="161615"/>
                  </a:solidFill>
                </a:rPr>
                <a:t>l'adhérent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986352" y="6450011"/>
            <a:ext cx="5451296" cy="762965"/>
            <a:chOff x="319683" y="6589531"/>
            <a:chExt cx="5980735" cy="762965"/>
          </a:xfrm>
        </p:grpSpPr>
        <p:pic>
          <p:nvPicPr>
            <p:cNvPr id="199" name="Google Shape;199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8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</a:t>
              </a:r>
              <a:endParaRPr/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252596" y="7749113"/>
            <a:ext cx="5625681" cy="698501"/>
            <a:chOff x="252596" y="7749113"/>
            <a:chExt cx="5625681" cy="698501"/>
          </a:xfrm>
        </p:grpSpPr>
        <p:pic>
          <p:nvPicPr>
            <p:cNvPr id="202" name="Google Shape;202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18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10" name="Google Shape;210;p19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   by                                   assuré par                                 </a:t>
              </a:r>
              <a:endParaRPr/>
            </a:p>
          </p:txBody>
        </p:sp>
        <p:pic>
          <p:nvPicPr>
            <p:cNvPr id="211" name="Google Shape;211;p19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212" name="Google Shape;212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3" name="Google Shape;21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948889"/>
            <a:ext cx="6858000" cy="225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5225253"/>
            <a:ext cx="6858000" cy="2224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7470090"/>
            <a:ext cx="6858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986923"/>
            <a:ext cx="6858000" cy="1925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22" name="Google Shape;222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30" name="Google Shape;230;p20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1" name="Google Shape;231;p20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2" name="Google Shape;232;p20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35" name="Google Shape;235;p20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36" name="Google Shape;236;p20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   by                                   assuré par                                 </a:t>
              </a:r>
              <a:endParaRPr/>
            </a:p>
          </p:txBody>
        </p:sp>
        <p:pic>
          <p:nvPicPr>
            <p:cNvPr id="237" name="Google Shape;237;p20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238" name="Google Shape;238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44" name="Google Shape;244;p21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sp>
          <p:nvSpPr>
            <p:cNvPr id="250" name="Google Shape;250;p21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Osalys 100% santé 3   by                                   assuré par                                 </a:t>
              </a:r>
              <a:endParaRPr/>
            </a:p>
          </p:txBody>
        </p:sp>
        <p:pic>
          <p:nvPicPr>
            <p:cNvPr id="251" name="Google Shape;251;p21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60558" l="53041" r="5936" t="27201"/>
            <a:stretch/>
          </p:blipFill>
          <p:spPr>
            <a:xfrm>
              <a:off x="3022600" y="134173"/>
              <a:ext cx="847271" cy="552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xa logo and symbol, meaning, history, PNG, brand" id="252" name="Google Shape;252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72696" y="123405"/>
              <a:ext cx="614018" cy="5762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