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jerefXoYnVnqZLZcLunwMwdfw/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5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5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hyperlink" Target="#'4'!A1" TargetMode="External"/><Relationship Id="rId13" Type="http://schemas.openxmlformats.org/officeDocument/2006/relationships/hyperlink" Target="#'11'!A1" TargetMode="External"/><Relationship Id="rId12" Type="http://schemas.openxmlformats.org/officeDocument/2006/relationships/hyperlink" Target="#'4'!A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14.jpg"/><Relationship Id="rId1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2.jpg"/><Relationship Id="rId7" Type="http://schemas.openxmlformats.org/officeDocument/2006/relationships/hyperlink" Target="#'28'!A1" TargetMode="External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#'28'!A1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hyperlink" Target="#'28'!A1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14.jp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20.png"/><Relationship Id="rId13" Type="http://schemas.openxmlformats.org/officeDocument/2006/relationships/image" Target="../media/image25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hyperlink" Target="#'28'!A1" TargetMode="External"/><Relationship Id="rId9" Type="http://schemas.openxmlformats.org/officeDocument/2006/relationships/image" Target="../media/image19.png"/><Relationship Id="rId5" Type="http://schemas.openxmlformats.org/officeDocument/2006/relationships/image" Target="../media/image3.png"/><Relationship Id="rId6" Type="http://schemas.openxmlformats.org/officeDocument/2006/relationships/image" Target="../media/image14.jpg"/><Relationship Id="rId7" Type="http://schemas.openxmlformats.org/officeDocument/2006/relationships/hyperlink" Target="#'11'!A1" TargetMode="External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hyperlink" Target="#'28'!A1" TargetMode="External"/><Relationship Id="rId9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14.jpg"/><Relationship Id="rId7" Type="http://schemas.openxmlformats.org/officeDocument/2006/relationships/image" Target="../media/image18.png"/><Relationship Id="rId8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4"/>
          <p:cNvGrpSpPr/>
          <p:nvPr/>
        </p:nvGrpSpPr>
        <p:grpSpPr>
          <a:xfrm>
            <a:off x="2687649" y="3265252"/>
            <a:ext cx="3759200" cy="1463934"/>
            <a:chOff x="2463800" y="2847597"/>
            <a:chExt cx="3759200" cy="1463934"/>
          </a:xfrm>
        </p:grpSpPr>
        <p:sp>
          <p:nvSpPr>
            <p:cNvPr id="90" name="Google Shape;90;p14"/>
            <p:cNvSpPr/>
            <p:nvPr/>
          </p:nvSpPr>
          <p:spPr>
            <a:xfrm>
              <a:off x="2463800" y="2847597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</a:t>
              </a:r>
              <a:r>
                <a:rPr b="1" i="0" lang="fr-FR" sz="2000" u="none" cap="none" strike="noStrike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Un Réseau de soins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des  professionnels  de santé pour des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équipements de qualité à prix réduit</a:t>
              </a:r>
              <a:endParaRPr/>
            </a:p>
          </p:txBody>
        </p:sp>
        <p:grpSp>
          <p:nvGrpSpPr>
            <p:cNvPr id="91" name="Google Shape;91;p14"/>
            <p:cNvGrpSpPr/>
            <p:nvPr/>
          </p:nvGrpSpPr>
          <p:grpSpPr>
            <a:xfrm>
              <a:off x="2524885" y="3065751"/>
              <a:ext cx="976837" cy="1010393"/>
              <a:chOff x="2548471" y="3049424"/>
              <a:chExt cx="976837" cy="1010393"/>
            </a:xfrm>
          </p:grpSpPr>
          <p:sp>
            <p:nvSpPr>
              <p:cNvPr id="92" name="Google Shape;92;p14"/>
              <p:cNvSpPr/>
              <p:nvPr/>
            </p:nvSpPr>
            <p:spPr>
              <a:xfrm>
                <a:off x="2548471" y="3049424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Réseaux de soins et de professionnels - Uneoreilleavertie.com" id="93" name="Google Shape;93;p14"/>
              <p:cNvPicPr preferRelativeResize="0"/>
              <p:nvPr/>
            </p:nvPicPr>
            <p:blipFill rotWithShape="1">
              <a:blip r:embed="rId3">
                <a:alphaModFix/>
              </a:blip>
              <a:srcRect b="17480" l="6110" r="8264" t="12370"/>
              <a:stretch/>
            </p:blipFill>
            <p:spPr>
              <a:xfrm>
                <a:off x="2693612" y="3280574"/>
                <a:ext cx="670266" cy="57719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4" name="Google Shape;94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NON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Avec un renforts Bien-être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14"/>
          <p:cNvGrpSpPr/>
          <p:nvPr/>
        </p:nvGrpSpPr>
        <p:grpSpPr>
          <a:xfrm>
            <a:off x="1977671" y="1565239"/>
            <a:ext cx="976837" cy="1010393"/>
            <a:chOff x="2109263" y="1465142"/>
            <a:chExt cx="976837" cy="1010393"/>
          </a:xfrm>
        </p:grpSpPr>
        <p:sp>
          <p:nvSpPr>
            <p:cNvPr id="97" name="Google Shape;97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8" name="Google Shape;98;p14"/>
            <p:cNvPicPr preferRelativeResize="0"/>
            <p:nvPr/>
          </p:nvPicPr>
          <p:blipFill rotWithShape="1">
            <a:blip r:embed="rId4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" name="Google Shape;99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– de 90 ans</a:t>
            </a:r>
            <a:endParaRPr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2687649" y="5275701"/>
            <a:ext cx="3759200" cy="1463934"/>
            <a:chOff x="2841625" y="4500433"/>
            <a:chExt cx="3759200" cy="1463934"/>
          </a:xfrm>
        </p:grpSpPr>
        <p:sp>
          <p:nvSpPr>
            <p:cNvPr id="102" name="Google Shape;102;p14"/>
            <p:cNvSpPr/>
            <p:nvPr/>
          </p:nvSpPr>
          <p:spPr>
            <a:xfrm>
              <a:off x="2841625" y="4500433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   Un Tiers payant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Un tiers payant national, qui vous évite d’avancer les frais médicaux.</a:t>
              </a:r>
              <a:endParaRPr/>
            </a:p>
          </p:txBody>
        </p:sp>
        <p:grpSp>
          <p:nvGrpSpPr>
            <p:cNvPr id="103" name="Google Shape;103;p14"/>
            <p:cNvGrpSpPr/>
            <p:nvPr/>
          </p:nvGrpSpPr>
          <p:grpSpPr>
            <a:xfrm>
              <a:off x="2911326" y="4743824"/>
              <a:ext cx="976837" cy="1010393"/>
              <a:chOff x="2693612" y="4712978"/>
              <a:chExt cx="976837" cy="1010393"/>
            </a:xfrm>
          </p:grpSpPr>
          <p:sp>
            <p:nvSpPr>
              <p:cNvPr id="104" name="Google Shape;104;p14"/>
              <p:cNvSpPr/>
              <p:nvPr/>
            </p:nvSpPr>
            <p:spPr>
              <a:xfrm>
                <a:off x="2693612" y="4712978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iers payant : qu'est-ce que c'est et comment l'obtenir ?" id="105" name="Google Shape;105;p14"/>
              <p:cNvPicPr preferRelativeResize="0"/>
              <p:nvPr/>
            </p:nvPicPr>
            <p:blipFill rotWithShape="1">
              <a:blip r:embed="rId5">
                <a:alphaModFix/>
              </a:blip>
              <a:srcRect b="4848" l="19237" r="29792" t="4849"/>
              <a:stretch/>
            </p:blipFill>
            <p:spPr>
              <a:xfrm>
                <a:off x="2862942" y="4910684"/>
                <a:ext cx="638175" cy="5960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6" name="Google Shape;106;p14"/>
          <p:cNvGrpSpPr/>
          <p:nvPr/>
        </p:nvGrpSpPr>
        <p:grpSpPr>
          <a:xfrm>
            <a:off x="2045763" y="7369195"/>
            <a:ext cx="3759200" cy="1463934"/>
            <a:chOff x="2463800" y="6116167"/>
            <a:chExt cx="3759200" cy="1463934"/>
          </a:xfrm>
        </p:grpSpPr>
        <p:sp>
          <p:nvSpPr>
            <p:cNvPr id="107" name="Google Shape;107;p14"/>
            <p:cNvSpPr/>
            <p:nvPr/>
          </p:nvSpPr>
          <p:spPr>
            <a:xfrm>
              <a:off x="2463800" y="6116167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</a:t>
              </a: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Une assistance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</a:t>
              </a: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service haut de gamme 24h/24, 7j/7 pour vous accompagner en cas de coup dur</a:t>
              </a:r>
              <a:endParaRPr b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" name="Google Shape;108;p14"/>
            <p:cNvGrpSpPr/>
            <p:nvPr/>
          </p:nvGrpSpPr>
          <p:grpSpPr>
            <a:xfrm>
              <a:off x="2544746" y="6360928"/>
              <a:ext cx="976837" cy="1010393"/>
              <a:chOff x="2566518" y="6340968"/>
              <a:chExt cx="976837" cy="1010393"/>
            </a:xfrm>
          </p:grpSpPr>
          <p:sp>
            <p:nvSpPr>
              <p:cNvPr id="109" name="Google Shape;109;p14"/>
              <p:cNvSpPr/>
              <p:nvPr/>
            </p:nvSpPr>
            <p:spPr>
              <a:xfrm>
                <a:off x="2566518" y="6340968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ssistance and protection logo work people sign Vector Image" id="110" name="Google Shape;110;p14"/>
              <p:cNvPicPr preferRelativeResize="0"/>
              <p:nvPr/>
            </p:nvPicPr>
            <p:blipFill rotWithShape="1">
              <a:blip r:embed="rId6">
                <a:alphaModFix/>
              </a:blip>
              <a:srcRect b="31895" l="20105" r="19154" t="9307"/>
              <a:stretch/>
            </p:blipFill>
            <p:spPr>
              <a:xfrm>
                <a:off x="2781449" y="6523581"/>
                <a:ext cx="577433" cy="6037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1" name="Google Shape;111;p1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12" name="Google Shape;112;p14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Osalys Essentiel   by                                   assuré par                                 </a:t>
              </a:r>
              <a:endParaRPr/>
            </a:p>
          </p:txBody>
        </p:sp>
        <p:pic>
          <p:nvPicPr>
            <p:cNvPr id="113" name="Google Shape;113;p14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 b="60558" l="53041" r="5936" t="27201"/>
            <a:stretch/>
          </p:blipFill>
          <p:spPr>
            <a:xfrm>
              <a:off x="2597604" y="136252"/>
              <a:ext cx="847271" cy="55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xa logo and symbol, meaning, history, PNG, brand" id="114" name="Google Shape;114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872696" y="123405"/>
              <a:ext cx="614018" cy="57628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xa logo and symbol, meaning, history, PNG, brand" id="115" name="Google Shape;11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5452" y="1702387"/>
            <a:ext cx="614018" cy="576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65452" y="3651740"/>
            <a:ext cx="1356793" cy="5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>
            <a:hlinkClick r:id="rId12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19793" y="5716798"/>
            <a:ext cx="1283792" cy="541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ISTANCE AXA – Les Guidons de Romillé" id="118" name="Google Shape;118;p14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 b="1489" l="10199" r="10936" t="4167"/>
          <a:stretch/>
        </p:blipFill>
        <p:spPr>
          <a:xfrm>
            <a:off x="4472266" y="7784221"/>
            <a:ext cx="626783" cy="620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/>
          <p:nvPr/>
        </p:nvSpPr>
        <p:spPr>
          <a:xfrm>
            <a:off x="329746" y="2972824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348343" y="3455420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48343" y="4087239"/>
            <a:ext cx="6198508" cy="842544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 professions éligibles pour le poste médecine naturelle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 vous activez le renfort Bien-être sur le niveau 3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61043" y="5047151"/>
            <a:ext cx="6198508" cy="1141154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 cas d’adhésion Couple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Gratuité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à partir du 3ème enfant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-Jusqu’à 12 % de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 cas de souscription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contrat de prévoyance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ASAF &amp; AFPS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348343" y="6309359"/>
            <a:ext cx="6198508" cy="80938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Itélis,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soins moins onéreux et de qualité, de meilleurs remboursements, des tarifs spécialement négociés auprès de professionnels sélectionnés pour leur expertise et leurs compétences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361043" y="7239794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AXA ASSISTANCE en inclusion :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Services d’Assistance haut de gamme 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services d’aide à domicile, téléassistance soutien psychologique, portail coach bienêtre, conseil santé &amp; bien-être</a:t>
            </a:r>
            <a:endParaRPr/>
          </a:p>
        </p:txBody>
      </p:sp>
      <p:grpSp>
        <p:nvGrpSpPr>
          <p:cNvPr id="129" name="Google Shape;129;p15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30" name="Google Shape;130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Osalys Essentiel ?</a:t>
              </a:r>
              <a:endParaRPr/>
            </a:p>
          </p:txBody>
        </p:sp>
        <p:pic>
          <p:nvPicPr>
            <p:cNvPr descr="Bonne idée - Icônes commercialisation gratuites" id="131" name="Google Shape;13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2" name="Google Shape;132;p15"/>
          <p:cNvSpPr/>
          <p:nvPr/>
        </p:nvSpPr>
        <p:spPr>
          <a:xfrm>
            <a:off x="329746" y="2369035"/>
            <a:ext cx="6198508" cy="50806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tarifs attractifs sur les 3 niveaux de garantie</a:t>
            </a:r>
            <a:endParaRPr/>
          </a:p>
        </p:txBody>
      </p:sp>
      <p:grpSp>
        <p:nvGrpSpPr>
          <p:cNvPr id="133" name="Google Shape;133;p1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34" name="Google Shape;134;p15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Osalys Essentiel   by                                   assuré par                                 </a:t>
              </a:r>
              <a:endParaRPr/>
            </a:p>
          </p:txBody>
        </p:sp>
        <p:pic>
          <p:nvPicPr>
            <p:cNvPr id="135" name="Google Shape;135;p15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60558" l="53041" r="5936" t="27201"/>
            <a:stretch/>
          </p:blipFill>
          <p:spPr>
            <a:xfrm>
              <a:off x="2597604" y="136252"/>
              <a:ext cx="847271" cy="55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xa logo and symbol, meaning, history, PNG, brand" id="136" name="Google Shape;136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72696" y="123405"/>
              <a:ext cx="614018" cy="5762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" name="Google Shape;142;p16"/>
          <p:cNvGrpSpPr/>
          <p:nvPr/>
        </p:nvGrpSpPr>
        <p:grpSpPr>
          <a:xfrm>
            <a:off x="933341" y="986701"/>
            <a:ext cx="5002855" cy="1032599"/>
            <a:chOff x="925599" y="1029786"/>
            <a:chExt cx="5150068" cy="1200329"/>
          </a:xfrm>
        </p:grpSpPr>
        <p:pic>
          <p:nvPicPr>
            <p:cNvPr descr="ajuster la conception de l'icône créative 15456496 Art vectoriel chez  Vecteezy" id="143" name="Google Shape;14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55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16"/>
            <p:cNvSpPr txBox="1"/>
            <p:nvPr/>
          </p:nvSpPr>
          <p:spPr>
            <a:xfrm>
              <a:off x="2283733" y="1029786"/>
              <a:ext cx="3791934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Osalys 100%santé3,vous donne la possibilité de booster vos garanties</a:t>
              </a:r>
              <a:endParaRPr/>
            </a:p>
          </p:txBody>
        </p:sp>
      </p:grpSp>
      <p:grpSp>
        <p:nvGrpSpPr>
          <p:cNvPr id="145" name="Google Shape;145;p1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46" name="Google Shape;146;p16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Osalys Essentiel   by                                   assuré par                                 </a:t>
              </a:r>
              <a:endParaRPr/>
            </a:p>
          </p:txBody>
        </p:sp>
        <p:pic>
          <p:nvPicPr>
            <p:cNvPr id="147" name="Google Shape;147;p16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60558" l="53041" r="5936" t="27201"/>
            <a:stretch/>
          </p:blipFill>
          <p:spPr>
            <a:xfrm>
              <a:off x="2597604" y="136252"/>
              <a:ext cx="847271" cy="55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xa logo and symbol, meaning, history, PNG, brand" id="148" name="Google Shape;148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72696" y="123405"/>
              <a:ext cx="614018" cy="57628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9" name="Google Shape;1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867" y="3347958"/>
            <a:ext cx="6625691" cy="382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1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56" name="Google Shape;156;p17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Osalys Essentiel   by                                   assuré par                                 </a:t>
              </a:r>
              <a:endParaRPr/>
            </a:p>
          </p:txBody>
        </p:sp>
        <p:pic>
          <p:nvPicPr>
            <p:cNvPr id="157" name="Google Shape;157;p17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60558" l="53041" r="5936" t="27201"/>
            <a:stretch/>
          </p:blipFill>
          <p:spPr>
            <a:xfrm>
              <a:off x="2597604" y="136252"/>
              <a:ext cx="847271" cy="55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xa logo and symbol, meaning, history, PNG, brand" id="158" name="Google Shape;158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72696" y="123405"/>
              <a:ext cx="614018" cy="57628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17"/>
          <p:cNvGrpSpPr/>
          <p:nvPr/>
        </p:nvGrpSpPr>
        <p:grpSpPr>
          <a:xfrm>
            <a:off x="1030382" y="1261789"/>
            <a:ext cx="5425641" cy="954107"/>
            <a:chOff x="897353" y="1065193"/>
            <a:chExt cx="5425641" cy="954107"/>
          </a:xfrm>
        </p:grpSpPr>
        <p:pic>
          <p:nvPicPr>
            <p:cNvPr descr="ASSISTANCE AXA – Les Guidons de Romillé" id="160" name="Google Shape;160;p17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 b="1489" l="10199" r="10936" t="4167"/>
            <a:stretch/>
          </p:blipFill>
          <p:spPr>
            <a:xfrm>
              <a:off x="897353" y="1091321"/>
              <a:ext cx="821909" cy="8136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 txBox="1"/>
            <p:nvPr/>
          </p:nvSpPr>
          <p:spPr>
            <a:xfrm>
              <a:off x="1638507" y="1065193"/>
              <a:ext cx="4684487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Pourquoi faire appel à l’assistance AXA Assistance ?</a:t>
              </a:r>
              <a:endParaRPr/>
            </a:p>
          </p:txBody>
        </p:sp>
      </p:grpSp>
      <p:sp>
        <p:nvSpPr>
          <p:cNvPr id="162" name="Google Shape;162;p17"/>
          <p:cNvSpPr txBox="1"/>
          <p:nvPr/>
        </p:nvSpPr>
        <p:spPr>
          <a:xfrm>
            <a:off x="1089547" y="2440882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AXA Assistance, vous propose gratuitement:</a:t>
            </a:r>
            <a:endParaRPr/>
          </a:p>
        </p:txBody>
      </p:sp>
      <p:grpSp>
        <p:nvGrpSpPr>
          <p:cNvPr id="163" name="Google Shape;163;p17"/>
          <p:cNvGrpSpPr/>
          <p:nvPr/>
        </p:nvGrpSpPr>
        <p:grpSpPr>
          <a:xfrm>
            <a:off x="253134" y="3372455"/>
            <a:ext cx="6020613" cy="811475"/>
            <a:chOff x="400050" y="2786464"/>
            <a:chExt cx="6020613" cy="811475"/>
          </a:xfrm>
        </p:grpSpPr>
        <p:sp>
          <p:nvSpPr>
            <p:cNvPr id="164" name="Google Shape;164;p17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165" name="Google Shape;165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" name="Google Shape;166;p17"/>
          <p:cNvGrpSpPr/>
          <p:nvPr/>
        </p:nvGrpSpPr>
        <p:grpSpPr>
          <a:xfrm>
            <a:off x="964936" y="4340882"/>
            <a:ext cx="5639929" cy="662278"/>
            <a:chOff x="222327" y="3957748"/>
            <a:chExt cx="6053947" cy="662278"/>
          </a:xfrm>
        </p:grpSpPr>
        <p:sp>
          <p:nvSpPr>
            <p:cNvPr id="167" name="Google Shape;167;p17"/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Livraison des repas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8" name="Google Shape;168;p1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" name="Google Shape;169;p17"/>
          <p:cNvGrpSpPr/>
          <p:nvPr/>
        </p:nvGrpSpPr>
        <p:grpSpPr>
          <a:xfrm>
            <a:off x="253134" y="5376685"/>
            <a:ext cx="6198819" cy="733785"/>
            <a:chOff x="222327" y="5188381"/>
            <a:chExt cx="6198819" cy="733785"/>
          </a:xfrm>
        </p:grpSpPr>
        <p:pic>
          <p:nvPicPr>
            <p:cNvPr id="170" name="Google Shape;170;p1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17"/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prise en charge l’animal chez l’adhérant, par un pet Sitter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(Visite, promenade, garde, …)</a:t>
              </a:r>
              <a:endParaRPr/>
            </a:p>
          </p:txBody>
        </p:sp>
      </p:grpSp>
      <p:grpSp>
        <p:nvGrpSpPr>
          <p:cNvPr id="172" name="Google Shape;172;p17"/>
          <p:cNvGrpSpPr/>
          <p:nvPr/>
        </p:nvGrpSpPr>
        <p:grpSpPr>
          <a:xfrm>
            <a:off x="1119381" y="6646607"/>
            <a:ext cx="5451297" cy="762965"/>
            <a:chOff x="319683" y="6589531"/>
            <a:chExt cx="5980735" cy="762965"/>
          </a:xfrm>
        </p:grpSpPr>
        <p:pic>
          <p:nvPicPr>
            <p:cNvPr id="173" name="Google Shape;173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7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enfants: (déplacement d’un proche, transfert, garde, conduite à l’école, </a:t>
              </a:r>
              <a:endParaRPr/>
            </a:p>
          </p:txBody>
        </p:sp>
      </p:grpSp>
      <p:grpSp>
        <p:nvGrpSpPr>
          <p:cNvPr id="175" name="Google Shape;175;p17"/>
          <p:cNvGrpSpPr/>
          <p:nvPr/>
        </p:nvGrpSpPr>
        <p:grpSpPr>
          <a:xfrm>
            <a:off x="385625" y="7945709"/>
            <a:ext cx="5625681" cy="698501"/>
            <a:chOff x="252596" y="7749113"/>
            <a:chExt cx="5625681" cy="698501"/>
          </a:xfrm>
        </p:grpSpPr>
        <p:pic>
          <p:nvPicPr>
            <p:cNvPr id="176" name="Google Shape;176;p1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52596" y="7749113"/>
              <a:ext cx="765169" cy="698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7"/>
            <p:cNvSpPr txBox="1"/>
            <p:nvPr/>
          </p:nvSpPr>
          <p:spPr>
            <a:xfrm>
              <a:off x="1017765" y="7903002"/>
              <a:ext cx="48605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soutien pédagogique pour les enfants immobilisés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8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84" name="Google Shape;184;p18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Osalys Essentiel   by                                   assuré par                                 </a:t>
              </a:r>
              <a:endParaRPr/>
            </a:p>
          </p:txBody>
        </p:sp>
        <p:pic>
          <p:nvPicPr>
            <p:cNvPr id="185" name="Google Shape;185;p18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60558" l="53041" r="5936" t="27201"/>
            <a:stretch/>
          </p:blipFill>
          <p:spPr>
            <a:xfrm>
              <a:off x="2597604" y="136252"/>
              <a:ext cx="847271" cy="55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xa logo and symbol, meaning, history, PNG, brand" id="186" name="Google Shape;186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72696" y="123405"/>
              <a:ext cx="614018" cy="57628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7" name="Google Shape;1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986923"/>
            <a:ext cx="6858000" cy="1925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875" y="2968277"/>
            <a:ext cx="6857999" cy="2255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5225253"/>
            <a:ext cx="6858000" cy="2224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7470090"/>
            <a:ext cx="68580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