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Lst>
  <p:sldSz cy="9906000" cx="6858000"/>
  <p:notesSz cx="7104050" cy="102346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120">
          <p15:clr>
            <a:srgbClr val="A4A3A4"/>
          </p15:clr>
        </p15:guide>
        <p15:guide id="2" pos="2160">
          <p15:clr>
            <a:srgbClr val="A4A3A4"/>
          </p15:clr>
        </p15:guide>
      </p15:sldGuideLst>
    </p:ext>
    <p:ext uri="GoogleSlidesCustomDataVersion2">
      <go:slidesCustomData xmlns:go="http://customooxmlschemas.google.com/" r:id="rId13" roundtripDataSignature="AMtx7mjf1oIeZJfySrDHIWFEeQ6+pR1fk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120" orient="horz"/>
        <p:guide pos="216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customschemas.google.com/relationships/presentationmetadata" Target="metadata"/><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78427" cy="513508"/>
          </a:xfrm>
          <a:prstGeom prst="rect">
            <a:avLst/>
          </a:prstGeom>
          <a:noFill/>
          <a:ln>
            <a:noFill/>
          </a:ln>
        </p:spPr>
        <p:txBody>
          <a:bodyPr anchorCtr="0" anchor="t" bIns="49500" lIns="99050" spcFirstLastPara="1" rIns="99050" wrap="square" tIns="49500">
            <a:noAutofit/>
          </a:bodyPr>
          <a:lstStyle>
            <a:lvl1pPr lvl="0" marR="0" rtl="0" algn="l">
              <a:spcBef>
                <a:spcPts val="0"/>
              </a:spcBef>
              <a:spcAft>
                <a:spcPts val="0"/>
              </a:spcAft>
              <a:buClr>
                <a:schemeClr val="dk1"/>
              </a:buClr>
              <a:buSzPts val="1400"/>
              <a:buFont typeface="Calibri"/>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023992" y="0"/>
            <a:ext cx="3078427" cy="513508"/>
          </a:xfrm>
          <a:prstGeom prst="rect">
            <a:avLst/>
          </a:prstGeom>
          <a:noFill/>
          <a:ln>
            <a:noFill/>
          </a:ln>
        </p:spPr>
        <p:txBody>
          <a:bodyPr anchorCtr="0" anchor="t" bIns="49500" lIns="99050" spcFirstLastPara="1" rIns="99050" wrap="square" tIns="49500">
            <a:noAutofit/>
          </a:bodyPr>
          <a:lstStyle>
            <a:lvl1pPr lvl="0" marR="0" rtl="0" algn="r">
              <a:spcBef>
                <a:spcPts val="0"/>
              </a:spcBef>
              <a:spcAft>
                <a:spcPts val="0"/>
              </a:spcAft>
              <a:buClr>
                <a:schemeClr val="dk1"/>
              </a:buClr>
              <a:buSzPts val="1400"/>
              <a:buFont typeface="Calibri"/>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357438" y="1279525"/>
            <a:ext cx="2389187" cy="3454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10407" y="4925407"/>
            <a:ext cx="5683250" cy="4029879"/>
          </a:xfrm>
          <a:prstGeom prst="rect">
            <a:avLst/>
          </a:prstGeom>
          <a:noFill/>
          <a:ln>
            <a:noFill/>
          </a:ln>
        </p:spPr>
        <p:txBody>
          <a:bodyPr anchorCtr="0" anchor="t" bIns="49500" lIns="99050" spcFirstLastPara="1" rIns="99050" wrap="square" tIns="495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721107"/>
            <a:ext cx="3078427" cy="513507"/>
          </a:xfrm>
          <a:prstGeom prst="rect">
            <a:avLst/>
          </a:prstGeom>
          <a:noFill/>
          <a:ln>
            <a:noFill/>
          </a:ln>
        </p:spPr>
        <p:txBody>
          <a:bodyPr anchorCtr="0" anchor="b" bIns="49500" lIns="99050" spcFirstLastPara="1" rIns="99050" wrap="square" tIns="49500">
            <a:noAutofit/>
          </a:bodyPr>
          <a:lstStyle>
            <a:lvl1pPr lvl="0" marR="0" rtl="0" algn="l">
              <a:spcBef>
                <a:spcPts val="0"/>
              </a:spcBef>
              <a:spcAft>
                <a:spcPts val="0"/>
              </a:spcAft>
              <a:buClr>
                <a:schemeClr val="dk1"/>
              </a:buClr>
              <a:buSzPts val="1400"/>
              <a:buFont typeface="Calibri"/>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023992" y="9721107"/>
            <a:ext cx="3078427" cy="513507"/>
          </a:xfrm>
          <a:prstGeom prst="rect">
            <a:avLst/>
          </a:prstGeom>
          <a:noFill/>
          <a:ln>
            <a:noFill/>
          </a:ln>
        </p:spPr>
        <p:txBody>
          <a:bodyPr anchorCtr="0" anchor="b" bIns="49500" lIns="99050" spcFirstLastPara="1" rIns="99050" wrap="square" tIns="49500">
            <a:noAutofit/>
          </a:bodyPr>
          <a:lstStyle/>
          <a:p>
            <a:pPr indent="0" lvl="0" marL="0" marR="0" rtl="0" algn="r">
              <a:spcBef>
                <a:spcPts val="0"/>
              </a:spcBef>
              <a:spcAft>
                <a:spcPts val="0"/>
              </a:spcAft>
              <a:buNone/>
            </a:pPr>
            <a:fld id="{00000000-1234-1234-1234-123412341234}" type="slidenum">
              <a:rPr b="0" i="0" lang="fr-FR"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4:notes"/>
          <p:cNvSpPr txBox="1"/>
          <p:nvPr>
            <p:ph idx="1" type="body"/>
          </p:nvPr>
        </p:nvSpPr>
        <p:spPr>
          <a:xfrm>
            <a:off x="710407" y="4925407"/>
            <a:ext cx="5683250" cy="4029879"/>
          </a:xfrm>
          <a:prstGeom prst="rect">
            <a:avLst/>
          </a:prstGeom>
          <a:noFill/>
          <a:ln>
            <a:noFill/>
          </a:ln>
        </p:spPr>
        <p:txBody>
          <a:bodyPr anchorCtr="0" anchor="t" bIns="49500" lIns="99050" spcFirstLastPara="1" rIns="99050" wrap="square" tIns="49500">
            <a:noAutofit/>
          </a:bodyPr>
          <a:lstStyle/>
          <a:p>
            <a:pPr indent="0" lvl="0" marL="0" rtl="0" algn="l">
              <a:lnSpc>
                <a:spcPct val="100000"/>
              </a:lnSpc>
              <a:spcBef>
                <a:spcPts val="0"/>
              </a:spcBef>
              <a:spcAft>
                <a:spcPts val="0"/>
              </a:spcAft>
              <a:buSzPts val="1400"/>
              <a:buNone/>
            </a:pPr>
            <a:r>
              <a:t/>
            </a:r>
            <a:endParaRPr/>
          </a:p>
        </p:txBody>
      </p:sp>
      <p:sp>
        <p:nvSpPr>
          <p:cNvPr id="86" name="Google Shape;86;p14:notes"/>
          <p:cNvSpPr/>
          <p:nvPr>
            <p:ph idx="2" type="sldImg"/>
          </p:nvPr>
        </p:nvSpPr>
        <p:spPr>
          <a:xfrm>
            <a:off x="2357438" y="1279525"/>
            <a:ext cx="2389187" cy="3454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15:notes"/>
          <p:cNvSpPr txBox="1"/>
          <p:nvPr>
            <p:ph idx="1" type="body"/>
          </p:nvPr>
        </p:nvSpPr>
        <p:spPr>
          <a:xfrm>
            <a:off x="710407" y="4925407"/>
            <a:ext cx="5683250" cy="4029879"/>
          </a:xfrm>
          <a:prstGeom prst="rect">
            <a:avLst/>
          </a:prstGeom>
          <a:noFill/>
          <a:ln>
            <a:noFill/>
          </a:ln>
        </p:spPr>
        <p:txBody>
          <a:bodyPr anchorCtr="0" anchor="t" bIns="49500" lIns="99050" spcFirstLastPara="1" rIns="99050" wrap="square" tIns="49500">
            <a:noAutofit/>
          </a:bodyPr>
          <a:lstStyle/>
          <a:p>
            <a:pPr indent="0" lvl="0" marL="0" rtl="0" algn="l">
              <a:lnSpc>
                <a:spcPct val="100000"/>
              </a:lnSpc>
              <a:spcBef>
                <a:spcPts val="0"/>
              </a:spcBef>
              <a:spcAft>
                <a:spcPts val="0"/>
              </a:spcAft>
              <a:buSzPts val="1400"/>
              <a:buNone/>
            </a:pPr>
            <a:r>
              <a:t/>
            </a:r>
            <a:endParaRPr/>
          </a:p>
        </p:txBody>
      </p:sp>
      <p:sp>
        <p:nvSpPr>
          <p:cNvPr id="121" name="Google Shape;121;p15:notes"/>
          <p:cNvSpPr/>
          <p:nvPr>
            <p:ph idx="2" type="sldImg"/>
          </p:nvPr>
        </p:nvSpPr>
        <p:spPr>
          <a:xfrm>
            <a:off x="2357438" y="1279525"/>
            <a:ext cx="2389187" cy="3454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6:notes"/>
          <p:cNvSpPr txBox="1"/>
          <p:nvPr>
            <p:ph idx="1" type="body"/>
          </p:nvPr>
        </p:nvSpPr>
        <p:spPr>
          <a:xfrm>
            <a:off x="710407" y="4925407"/>
            <a:ext cx="5683250" cy="4029879"/>
          </a:xfrm>
          <a:prstGeom prst="rect">
            <a:avLst/>
          </a:prstGeom>
          <a:noFill/>
          <a:ln>
            <a:noFill/>
          </a:ln>
        </p:spPr>
        <p:txBody>
          <a:bodyPr anchorCtr="0" anchor="t" bIns="49500" lIns="99050" spcFirstLastPara="1" rIns="99050" wrap="square" tIns="49500">
            <a:noAutofit/>
          </a:bodyPr>
          <a:lstStyle/>
          <a:p>
            <a:pPr indent="0" lvl="0" marL="0" rtl="0" algn="l">
              <a:lnSpc>
                <a:spcPct val="100000"/>
              </a:lnSpc>
              <a:spcBef>
                <a:spcPts val="0"/>
              </a:spcBef>
              <a:spcAft>
                <a:spcPts val="0"/>
              </a:spcAft>
              <a:buSzPts val="1400"/>
              <a:buNone/>
            </a:pPr>
            <a:r>
              <a:t/>
            </a:r>
            <a:endParaRPr/>
          </a:p>
        </p:txBody>
      </p:sp>
      <p:sp>
        <p:nvSpPr>
          <p:cNvPr id="142" name="Google Shape;142;p16:notes"/>
          <p:cNvSpPr/>
          <p:nvPr>
            <p:ph idx="2" type="sldImg"/>
          </p:nvPr>
        </p:nvSpPr>
        <p:spPr>
          <a:xfrm>
            <a:off x="2357438" y="1279525"/>
            <a:ext cx="2389187" cy="3454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7:notes"/>
          <p:cNvSpPr txBox="1"/>
          <p:nvPr>
            <p:ph idx="1" type="body"/>
          </p:nvPr>
        </p:nvSpPr>
        <p:spPr>
          <a:xfrm>
            <a:off x="710407" y="4925407"/>
            <a:ext cx="5683250" cy="4029879"/>
          </a:xfrm>
          <a:prstGeom prst="rect">
            <a:avLst/>
          </a:prstGeom>
          <a:noFill/>
          <a:ln>
            <a:noFill/>
          </a:ln>
        </p:spPr>
        <p:txBody>
          <a:bodyPr anchorCtr="0" anchor="t" bIns="49500" lIns="99050" spcFirstLastPara="1" rIns="99050" wrap="square" tIns="49500">
            <a:noAutofit/>
          </a:bodyPr>
          <a:lstStyle/>
          <a:p>
            <a:pPr indent="0" lvl="0" marL="0" rtl="0" algn="l">
              <a:lnSpc>
                <a:spcPct val="100000"/>
              </a:lnSpc>
              <a:spcBef>
                <a:spcPts val="0"/>
              </a:spcBef>
              <a:spcAft>
                <a:spcPts val="0"/>
              </a:spcAft>
              <a:buSzPts val="1400"/>
              <a:buNone/>
            </a:pPr>
            <a:r>
              <a:t/>
            </a:r>
            <a:endParaRPr/>
          </a:p>
        </p:txBody>
      </p:sp>
      <p:sp>
        <p:nvSpPr>
          <p:cNvPr id="164" name="Google Shape;164;p17:notes"/>
          <p:cNvSpPr/>
          <p:nvPr>
            <p:ph idx="2" type="sldImg"/>
          </p:nvPr>
        </p:nvSpPr>
        <p:spPr>
          <a:xfrm>
            <a:off x="2357438" y="1279525"/>
            <a:ext cx="2389187" cy="3454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8:notes"/>
          <p:cNvSpPr txBox="1"/>
          <p:nvPr>
            <p:ph idx="1" type="body"/>
          </p:nvPr>
        </p:nvSpPr>
        <p:spPr>
          <a:xfrm>
            <a:off x="710407" y="4925407"/>
            <a:ext cx="5683250" cy="4029879"/>
          </a:xfrm>
          <a:prstGeom prst="rect">
            <a:avLst/>
          </a:prstGeom>
          <a:noFill/>
          <a:ln>
            <a:noFill/>
          </a:ln>
        </p:spPr>
        <p:txBody>
          <a:bodyPr anchorCtr="0" anchor="t" bIns="49500" lIns="99050" spcFirstLastPara="1" rIns="99050" wrap="square" tIns="49500">
            <a:noAutofit/>
          </a:bodyPr>
          <a:lstStyle/>
          <a:p>
            <a:pPr indent="0" lvl="0" marL="0" rtl="0" algn="l">
              <a:lnSpc>
                <a:spcPct val="100000"/>
              </a:lnSpc>
              <a:spcBef>
                <a:spcPts val="0"/>
              </a:spcBef>
              <a:spcAft>
                <a:spcPts val="0"/>
              </a:spcAft>
              <a:buSzPts val="1400"/>
              <a:buNone/>
            </a:pPr>
            <a:r>
              <a:t/>
            </a:r>
            <a:endParaRPr/>
          </a:p>
        </p:txBody>
      </p:sp>
      <p:sp>
        <p:nvSpPr>
          <p:cNvPr id="188" name="Google Shape;188;p18:notes"/>
          <p:cNvSpPr/>
          <p:nvPr>
            <p:ph idx="2" type="sldImg"/>
          </p:nvPr>
        </p:nvSpPr>
        <p:spPr>
          <a:xfrm>
            <a:off x="2357438" y="1279525"/>
            <a:ext cx="2389187" cy="3454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9:notes"/>
          <p:cNvSpPr txBox="1"/>
          <p:nvPr>
            <p:ph idx="1" type="body"/>
          </p:nvPr>
        </p:nvSpPr>
        <p:spPr>
          <a:xfrm>
            <a:off x="710407" y="4925407"/>
            <a:ext cx="5683250" cy="4029879"/>
          </a:xfrm>
          <a:prstGeom prst="rect">
            <a:avLst/>
          </a:prstGeom>
          <a:noFill/>
          <a:ln>
            <a:noFill/>
          </a:ln>
        </p:spPr>
        <p:txBody>
          <a:bodyPr anchorCtr="0" anchor="t" bIns="49500" lIns="99050" spcFirstLastPara="1" rIns="99050" wrap="square" tIns="49500">
            <a:noAutofit/>
          </a:bodyPr>
          <a:lstStyle/>
          <a:p>
            <a:pPr indent="0" lvl="0" marL="0" rtl="0" algn="l">
              <a:lnSpc>
                <a:spcPct val="100000"/>
              </a:lnSpc>
              <a:spcBef>
                <a:spcPts val="0"/>
              </a:spcBef>
              <a:spcAft>
                <a:spcPts val="0"/>
              </a:spcAft>
              <a:buSzPts val="1400"/>
              <a:buNone/>
            </a:pPr>
            <a:r>
              <a:t/>
            </a:r>
            <a:endParaRPr/>
          </a:p>
        </p:txBody>
      </p:sp>
      <p:sp>
        <p:nvSpPr>
          <p:cNvPr id="210" name="Google Shape;210;p19:notes"/>
          <p:cNvSpPr/>
          <p:nvPr>
            <p:ph idx="2" type="sldImg"/>
          </p:nvPr>
        </p:nvSpPr>
        <p:spPr>
          <a:xfrm>
            <a:off x="2357438" y="1279525"/>
            <a:ext cx="2389187" cy="3454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0:notes"/>
          <p:cNvSpPr txBox="1"/>
          <p:nvPr>
            <p:ph idx="1" type="body"/>
          </p:nvPr>
        </p:nvSpPr>
        <p:spPr>
          <a:xfrm>
            <a:off x="710407" y="4925407"/>
            <a:ext cx="5683250" cy="4029879"/>
          </a:xfrm>
          <a:prstGeom prst="rect">
            <a:avLst/>
          </a:prstGeom>
          <a:noFill/>
          <a:ln>
            <a:noFill/>
          </a:ln>
        </p:spPr>
        <p:txBody>
          <a:bodyPr anchorCtr="0" anchor="t" bIns="49500" lIns="99050" spcFirstLastPara="1" rIns="99050" wrap="square" tIns="49500">
            <a:noAutofit/>
          </a:bodyPr>
          <a:lstStyle/>
          <a:p>
            <a:pPr indent="0" lvl="0" marL="0" rtl="0" algn="l">
              <a:lnSpc>
                <a:spcPct val="100000"/>
              </a:lnSpc>
              <a:spcBef>
                <a:spcPts val="0"/>
              </a:spcBef>
              <a:spcAft>
                <a:spcPts val="0"/>
              </a:spcAft>
              <a:buSzPts val="1400"/>
              <a:buNone/>
            </a:pPr>
            <a:r>
              <a:t/>
            </a:r>
            <a:endParaRPr/>
          </a:p>
        </p:txBody>
      </p:sp>
      <p:sp>
        <p:nvSpPr>
          <p:cNvPr id="233" name="Google Shape;233;p20:notes"/>
          <p:cNvSpPr/>
          <p:nvPr>
            <p:ph idx="2" type="sldImg"/>
          </p:nvPr>
        </p:nvSpPr>
        <p:spPr>
          <a:xfrm>
            <a:off x="2357438" y="1279525"/>
            <a:ext cx="2389187" cy="3454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15" name="Shape 15"/>
        <p:cNvGrpSpPr/>
        <p:nvPr/>
      </p:nvGrpSpPr>
      <p:grpSpPr>
        <a:xfrm>
          <a:off x="0" y="0"/>
          <a:ext cx="0" cy="0"/>
          <a:chOff x="0" y="0"/>
          <a:chExt cx="0" cy="0"/>
        </a:xfrm>
      </p:grpSpPr>
      <p:sp>
        <p:nvSpPr>
          <p:cNvPr id="16" name="Google Shape;16;p22"/>
          <p:cNvSpPr txBox="1"/>
          <p:nvPr>
            <p:ph type="title"/>
          </p:nvPr>
        </p:nvSpPr>
        <p:spPr>
          <a:xfrm>
            <a:off x="471488" y="527404"/>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2"/>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2"/>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2"/>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20" name="Shape 20"/>
        <p:cNvGrpSpPr/>
        <p:nvPr/>
      </p:nvGrpSpPr>
      <p:grpSpPr>
        <a:xfrm>
          <a:off x="0" y="0"/>
          <a:ext cx="0" cy="0"/>
          <a:chOff x="0" y="0"/>
          <a:chExt cx="0" cy="0"/>
        </a:xfrm>
      </p:grpSpPr>
      <p:sp>
        <p:nvSpPr>
          <p:cNvPr id="21" name="Google Shape;21;p23"/>
          <p:cNvSpPr txBox="1"/>
          <p:nvPr>
            <p:ph type="ctrTitle"/>
          </p:nvPr>
        </p:nvSpPr>
        <p:spPr>
          <a:xfrm>
            <a:off x="857250" y="1621191"/>
            <a:ext cx="5143500" cy="3448756"/>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3375"/>
              <a:buFont typeface="Calibri"/>
              <a:buNone/>
              <a:defRPr sz="3375"/>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23"/>
          <p:cNvSpPr txBox="1"/>
          <p:nvPr>
            <p:ph idx="1" type="subTitle"/>
          </p:nvPr>
        </p:nvSpPr>
        <p:spPr>
          <a:xfrm>
            <a:off x="857250" y="5202944"/>
            <a:ext cx="5143500" cy="2391656"/>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563"/>
              </a:spcBef>
              <a:spcAft>
                <a:spcPts val="0"/>
              </a:spcAft>
              <a:buClr>
                <a:schemeClr val="dk1"/>
              </a:buClr>
              <a:buSzPts val="1350"/>
              <a:buNone/>
              <a:defRPr sz="1350"/>
            </a:lvl1pPr>
            <a:lvl2pPr lvl="1" algn="ctr">
              <a:lnSpc>
                <a:spcPct val="90000"/>
              </a:lnSpc>
              <a:spcBef>
                <a:spcPts val="281"/>
              </a:spcBef>
              <a:spcAft>
                <a:spcPts val="0"/>
              </a:spcAft>
              <a:buClr>
                <a:schemeClr val="dk1"/>
              </a:buClr>
              <a:buSzPts val="1125"/>
              <a:buNone/>
              <a:defRPr sz="1125"/>
            </a:lvl2pPr>
            <a:lvl3pPr lvl="2" algn="ctr">
              <a:lnSpc>
                <a:spcPct val="90000"/>
              </a:lnSpc>
              <a:spcBef>
                <a:spcPts val="281"/>
              </a:spcBef>
              <a:spcAft>
                <a:spcPts val="0"/>
              </a:spcAft>
              <a:buClr>
                <a:schemeClr val="dk1"/>
              </a:buClr>
              <a:buSzPts val="1013"/>
              <a:buNone/>
              <a:defRPr sz="1013"/>
            </a:lvl3pPr>
            <a:lvl4pPr lvl="3" algn="ctr">
              <a:lnSpc>
                <a:spcPct val="90000"/>
              </a:lnSpc>
              <a:spcBef>
                <a:spcPts val="281"/>
              </a:spcBef>
              <a:spcAft>
                <a:spcPts val="0"/>
              </a:spcAft>
              <a:buClr>
                <a:schemeClr val="dk1"/>
              </a:buClr>
              <a:buSzPts val="900"/>
              <a:buNone/>
              <a:defRPr sz="900"/>
            </a:lvl4pPr>
            <a:lvl5pPr lvl="4" algn="ctr">
              <a:lnSpc>
                <a:spcPct val="90000"/>
              </a:lnSpc>
              <a:spcBef>
                <a:spcPts val="281"/>
              </a:spcBef>
              <a:spcAft>
                <a:spcPts val="0"/>
              </a:spcAft>
              <a:buClr>
                <a:schemeClr val="dk1"/>
              </a:buClr>
              <a:buSzPts val="900"/>
              <a:buNone/>
              <a:defRPr sz="900"/>
            </a:lvl5pPr>
            <a:lvl6pPr lvl="5" algn="ctr">
              <a:lnSpc>
                <a:spcPct val="90000"/>
              </a:lnSpc>
              <a:spcBef>
                <a:spcPts val="281"/>
              </a:spcBef>
              <a:spcAft>
                <a:spcPts val="0"/>
              </a:spcAft>
              <a:buClr>
                <a:schemeClr val="dk1"/>
              </a:buClr>
              <a:buSzPts val="900"/>
              <a:buNone/>
              <a:defRPr sz="900"/>
            </a:lvl6pPr>
            <a:lvl7pPr lvl="6" algn="ctr">
              <a:lnSpc>
                <a:spcPct val="90000"/>
              </a:lnSpc>
              <a:spcBef>
                <a:spcPts val="281"/>
              </a:spcBef>
              <a:spcAft>
                <a:spcPts val="0"/>
              </a:spcAft>
              <a:buClr>
                <a:schemeClr val="dk1"/>
              </a:buClr>
              <a:buSzPts val="900"/>
              <a:buNone/>
              <a:defRPr sz="900"/>
            </a:lvl7pPr>
            <a:lvl8pPr lvl="7" algn="ctr">
              <a:lnSpc>
                <a:spcPct val="90000"/>
              </a:lnSpc>
              <a:spcBef>
                <a:spcPts val="281"/>
              </a:spcBef>
              <a:spcAft>
                <a:spcPts val="0"/>
              </a:spcAft>
              <a:buClr>
                <a:schemeClr val="dk1"/>
              </a:buClr>
              <a:buSzPts val="900"/>
              <a:buNone/>
              <a:defRPr sz="900"/>
            </a:lvl8pPr>
            <a:lvl9pPr lvl="8" algn="ctr">
              <a:lnSpc>
                <a:spcPct val="90000"/>
              </a:lnSpc>
              <a:spcBef>
                <a:spcPts val="281"/>
              </a:spcBef>
              <a:spcAft>
                <a:spcPts val="0"/>
              </a:spcAft>
              <a:buClr>
                <a:schemeClr val="dk1"/>
              </a:buClr>
              <a:buSzPts val="900"/>
              <a:buNone/>
              <a:defRPr sz="900"/>
            </a:lvl9pPr>
          </a:lstStyle>
          <a:p/>
        </p:txBody>
      </p:sp>
      <p:sp>
        <p:nvSpPr>
          <p:cNvPr id="23" name="Google Shape;23;p23"/>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3"/>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3"/>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26" name="Shape 26"/>
        <p:cNvGrpSpPr/>
        <p:nvPr/>
      </p:nvGrpSpPr>
      <p:grpSpPr>
        <a:xfrm>
          <a:off x="0" y="0"/>
          <a:ext cx="0" cy="0"/>
          <a:chOff x="0" y="0"/>
          <a:chExt cx="0" cy="0"/>
        </a:xfrm>
      </p:grpSpPr>
      <p:sp>
        <p:nvSpPr>
          <p:cNvPr id="27" name="Google Shape;27;p24"/>
          <p:cNvSpPr txBox="1"/>
          <p:nvPr>
            <p:ph type="title"/>
          </p:nvPr>
        </p:nvSpPr>
        <p:spPr>
          <a:xfrm>
            <a:off x="471488" y="527404"/>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24"/>
          <p:cNvSpPr txBox="1"/>
          <p:nvPr>
            <p:ph idx="1" type="body"/>
          </p:nvPr>
        </p:nvSpPr>
        <p:spPr>
          <a:xfrm>
            <a:off x="471488" y="2637014"/>
            <a:ext cx="5915025"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63"/>
              </a:spcBef>
              <a:spcAft>
                <a:spcPts val="0"/>
              </a:spcAft>
              <a:buClr>
                <a:schemeClr val="dk1"/>
              </a:buClr>
              <a:buSzPts val="1800"/>
              <a:buChar char="•"/>
              <a:defRPr/>
            </a:lvl1pPr>
            <a:lvl2pPr indent="-342900" lvl="1" marL="914400" algn="l">
              <a:lnSpc>
                <a:spcPct val="90000"/>
              </a:lnSpc>
              <a:spcBef>
                <a:spcPts val="281"/>
              </a:spcBef>
              <a:spcAft>
                <a:spcPts val="0"/>
              </a:spcAft>
              <a:buClr>
                <a:schemeClr val="dk1"/>
              </a:buClr>
              <a:buSzPts val="1800"/>
              <a:buChar char="•"/>
              <a:defRPr/>
            </a:lvl2pPr>
            <a:lvl3pPr indent="-342900" lvl="2" marL="1371600" algn="l">
              <a:lnSpc>
                <a:spcPct val="90000"/>
              </a:lnSpc>
              <a:spcBef>
                <a:spcPts val="281"/>
              </a:spcBef>
              <a:spcAft>
                <a:spcPts val="0"/>
              </a:spcAft>
              <a:buClr>
                <a:schemeClr val="dk1"/>
              </a:buClr>
              <a:buSzPts val="1800"/>
              <a:buChar char="•"/>
              <a:defRPr/>
            </a:lvl3pPr>
            <a:lvl4pPr indent="-342900" lvl="3" marL="1828800" algn="l">
              <a:lnSpc>
                <a:spcPct val="90000"/>
              </a:lnSpc>
              <a:spcBef>
                <a:spcPts val="281"/>
              </a:spcBef>
              <a:spcAft>
                <a:spcPts val="0"/>
              </a:spcAft>
              <a:buClr>
                <a:schemeClr val="dk1"/>
              </a:buClr>
              <a:buSzPts val="1800"/>
              <a:buChar char="•"/>
              <a:defRPr/>
            </a:lvl4pPr>
            <a:lvl5pPr indent="-342900" lvl="4" marL="2286000" algn="l">
              <a:lnSpc>
                <a:spcPct val="90000"/>
              </a:lnSpc>
              <a:spcBef>
                <a:spcPts val="281"/>
              </a:spcBef>
              <a:spcAft>
                <a:spcPts val="0"/>
              </a:spcAft>
              <a:buClr>
                <a:schemeClr val="dk1"/>
              </a:buClr>
              <a:buSzPts val="1800"/>
              <a:buChar char="•"/>
              <a:defRPr/>
            </a:lvl5pPr>
            <a:lvl6pPr indent="-342900" lvl="5" marL="2743200" algn="l">
              <a:lnSpc>
                <a:spcPct val="90000"/>
              </a:lnSpc>
              <a:spcBef>
                <a:spcPts val="281"/>
              </a:spcBef>
              <a:spcAft>
                <a:spcPts val="0"/>
              </a:spcAft>
              <a:buClr>
                <a:schemeClr val="dk1"/>
              </a:buClr>
              <a:buSzPts val="1800"/>
              <a:buChar char="•"/>
              <a:defRPr/>
            </a:lvl6pPr>
            <a:lvl7pPr indent="-342900" lvl="6" marL="3200400" algn="l">
              <a:lnSpc>
                <a:spcPct val="90000"/>
              </a:lnSpc>
              <a:spcBef>
                <a:spcPts val="281"/>
              </a:spcBef>
              <a:spcAft>
                <a:spcPts val="0"/>
              </a:spcAft>
              <a:buClr>
                <a:schemeClr val="dk1"/>
              </a:buClr>
              <a:buSzPts val="1800"/>
              <a:buChar char="•"/>
              <a:defRPr/>
            </a:lvl7pPr>
            <a:lvl8pPr indent="-342900" lvl="7" marL="3657600" algn="l">
              <a:lnSpc>
                <a:spcPct val="90000"/>
              </a:lnSpc>
              <a:spcBef>
                <a:spcPts val="281"/>
              </a:spcBef>
              <a:spcAft>
                <a:spcPts val="0"/>
              </a:spcAft>
              <a:buClr>
                <a:schemeClr val="dk1"/>
              </a:buClr>
              <a:buSzPts val="1800"/>
              <a:buChar char="•"/>
              <a:defRPr/>
            </a:lvl8pPr>
            <a:lvl9pPr indent="-342900" lvl="8" marL="4114800" algn="l">
              <a:lnSpc>
                <a:spcPct val="90000"/>
              </a:lnSpc>
              <a:spcBef>
                <a:spcPts val="281"/>
              </a:spcBef>
              <a:spcAft>
                <a:spcPts val="0"/>
              </a:spcAft>
              <a:buClr>
                <a:schemeClr val="dk1"/>
              </a:buClr>
              <a:buSzPts val="1800"/>
              <a:buChar char="•"/>
              <a:defRPr/>
            </a:lvl9pPr>
          </a:lstStyle>
          <a:p/>
        </p:txBody>
      </p:sp>
      <p:sp>
        <p:nvSpPr>
          <p:cNvPr id="29" name="Google Shape;29;p24"/>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4"/>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4"/>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type="secHead">
  <p:cSld name="SECTION_HEADER">
    <p:spTree>
      <p:nvGrpSpPr>
        <p:cNvPr id="32" name="Shape 32"/>
        <p:cNvGrpSpPr/>
        <p:nvPr/>
      </p:nvGrpSpPr>
      <p:grpSpPr>
        <a:xfrm>
          <a:off x="0" y="0"/>
          <a:ext cx="0" cy="0"/>
          <a:chOff x="0" y="0"/>
          <a:chExt cx="0" cy="0"/>
        </a:xfrm>
      </p:grpSpPr>
      <p:sp>
        <p:nvSpPr>
          <p:cNvPr id="33" name="Google Shape;33;p25"/>
          <p:cNvSpPr txBox="1"/>
          <p:nvPr>
            <p:ph type="title"/>
          </p:nvPr>
        </p:nvSpPr>
        <p:spPr>
          <a:xfrm>
            <a:off x="467916" y="2469622"/>
            <a:ext cx="5915025" cy="412062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375"/>
              <a:buFont typeface="Calibri"/>
              <a:buNone/>
              <a:defRPr sz="3375"/>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25"/>
          <p:cNvSpPr txBox="1"/>
          <p:nvPr>
            <p:ph idx="1" type="body"/>
          </p:nvPr>
        </p:nvSpPr>
        <p:spPr>
          <a:xfrm>
            <a:off x="467916" y="6629225"/>
            <a:ext cx="5915025" cy="216693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563"/>
              </a:spcBef>
              <a:spcAft>
                <a:spcPts val="0"/>
              </a:spcAft>
              <a:buClr>
                <a:srgbClr val="888888"/>
              </a:buClr>
              <a:buSzPts val="1350"/>
              <a:buNone/>
              <a:defRPr sz="1350">
                <a:solidFill>
                  <a:srgbClr val="888888"/>
                </a:solidFill>
              </a:defRPr>
            </a:lvl1pPr>
            <a:lvl2pPr indent="-228600" lvl="1" marL="914400" algn="l">
              <a:lnSpc>
                <a:spcPct val="90000"/>
              </a:lnSpc>
              <a:spcBef>
                <a:spcPts val="281"/>
              </a:spcBef>
              <a:spcAft>
                <a:spcPts val="0"/>
              </a:spcAft>
              <a:buClr>
                <a:srgbClr val="888888"/>
              </a:buClr>
              <a:buSzPts val="1125"/>
              <a:buNone/>
              <a:defRPr sz="1125">
                <a:solidFill>
                  <a:srgbClr val="888888"/>
                </a:solidFill>
              </a:defRPr>
            </a:lvl2pPr>
            <a:lvl3pPr indent="-228600" lvl="2" marL="1371600" algn="l">
              <a:lnSpc>
                <a:spcPct val="90000"/>
              </a:lnSpc>
              <a:spcBef>
                <a:spcPts val="281"/>
              </a:spcBef>
              <a:spcAft>
                <a:spcPts val="0"/>
              </a:spcAft>
              <a:buClr>
                <a:srgbClr val="888888"/>
              </a:buClr>
              <a:buSzPts val="1013"/>
              <a:buNone/>
              <a:defRPr sz="1013">
                <a:solidFill>
                  <a:srgbClr val="888888"/>
                </a:solidFill>
              </a:defRPr>
            </a:lvl3pPr>
            <a:lvl4pPr indent="-228600" lvl="3" marL="1828800" algn="l">
              <a:lnSpc>
                <a:spcPct val="90000"/>
              </a:lnSpc>
              <a:spcBef>
                <a:spcPts val="281"/>
              </a:spcBef>
              <a:spcAft>
                <a:spcPts val="0"/>
              </a:spcAft>
              <a:buClr>
                <a:srgbClr val="888888"/>
              </a:buClr>
              <a:buSzPts val="900"/>
              <a:buNone/>
              <a:defRPr sz="900">
                <a:solidFill>
                  <a:srgbClr val="888888"/>
                </a:solidFill>
              </a:defRPr>
            </a:lvl4pPr>
            <a:lvl5pPr indent="-228600" lvl="4" marL="2286000" algn="l">
              <a:lnSpc>
                <a:spcPct val="90000"/>
              </a:lnSpc>
              <a:spcBef>
                <a:spcPts val="281"/>
              </a:spcBef>
              <a:spcAft>
                <a:spcPts val="0"/>
              </a:spcAft>
              <a:buClr>
                <a:srgbClr val="888888"/>
              </a:buClr>
              <a:buSzPts val="900"/>
              <a:buNone/>
              <a:defRPr sz="900">
                <a:solidFill>
                  <a:srgbClr val="888888"/>
                </a:solidFill>
              </a:defRPr>
            </a:lvl5pPr>
            <a:lvl6pPr indent="-228600" lvl="5" marL="2743200" algn="l">
              <a:lnSpc>
                <a:spcPct val="90000"/>
              </a:lnSpc>
              <a:spcBef>
                <a:spcPts val="281"/>
              </a:spcBef>
              <a:spcAft>
                <a:spcPts val="0"/>
              </a:spcAft>
              <a:buClr>
                <a:srgbClr val="888888"/>
              </a:buClr>
              <a:buSzPts val="900"/>
              <a:buNone/>
              <a:defRPr sz="900">
                <a:solidFill>
                  <a:srgbClr val="888888"/>
                </a:solidFill>
              </a:defRPr>
            </a:lvl6pPr>
            <a:lvl7pPr indent="-228600" lvl="6" marL="3200400" algn="l">
              <a:lnSpc>
                <a:spcPct val="90000"/>
              </a:lnSpc>
              <a:spcBef>
                <a:spcPts val="281"/>
              </a:spcBef>
              <a:spcAft>
                <a:spcPts val="0"/>
              </a:spcAft>
              <a:buClr>
                <a:srgbClr val="888888"/>
              </a:buClr>
              <a:buSzPts val="900"/>
              <a:buNone/>
              <a:defRPr sz="900">
                <a:solidFill>
                  <a:srgbClr val="888888"/>
                </a:solidFill>
              </a:defRPr>
            </a:lvl7pPr>
            <a:lvl8pPr indent="-228600" lvl="7" marL="3657600" algn="l">
              <a:lnSpc>
                <a:spcPct val="90000"/>
              </a:lnSpc>
              <a:spcBef>
                <a:spcPts val="281"/>
              </a:spcBef>
              <a:spcAft>
                <a:spcPts val="0"/>
              </a:spcAft>
              <a:buClr>
                <a:srgbClr val="888888"/>
              </a:buClr>
              <a:buSzPts val="900"/>
              <a:buNone/>
              <a:defRPr sz="900">
                <a:solidFill>
                  <a:srgbClr val="888888"/>
                </a:solidFill>
              </a:defRPr>
            </a:lvl8pPr>
            <a:lvl9pPr indent="-228600" lvl="8" marL="4114800" algn="l">
              <a:lnSpc>
                <a:spcPct val="90000"/>
              </a:lnSpc>
              <a:spcBef>
                <a:spcPts val="281"/>
              </a:spcBef>
              <a:spcAft>
                <a:spcPts val="0"/>
              </a:spcAft>
              <a:buClr>
                <a:srgbClr val="888888"/>
              </a:buClr>
              <a:buSzPts val="900"/>
              <a:buNone/>
              <a:defRPr sz="900">
                <a:solidFill>
                  <a:srgbClr val="888888"/>
                </a:solidFill>
              </a:defRPr>
            </a:lvl9pPr>
          </a:lstStyle>
          <a:p/>
        </p:txBody>
      </p:sp>
      <p:sp>
        <p:nvSpPr>
          <p:cNvPr id="35" name="Google Shape;35;p25"/>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5"/>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25"/>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38" name="Shape 38"/>
        <p:cNvGrpSpPr/>
        <p:nvPr/>
      </p:nvGrpSpPr>
      <p:grpSpPr>
        <a:xfrm>
          <a:off x="0" y="0"/>
          <a:ext cx="0" cy="0"/>
          <a:chOff x="0" y="0"/>
          <a:chExt cx="0" cy="0"/>
        </a:xfrm>
      </p:grpSpPr>
      <p:sp>
        <p:nvSpPr>
          <p:cNvPr id="39" name="Google Shape;39;p26"/>
          <p:cNvSpPr txBox="1"/>
          <p:nvPr>
            <p:ph type="title"/>
          </p:nvPr>
        </p:nvSpPr>
        <p:spPr>
          <a:xfrm>
            <a:off x="471488" y="527404"/>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26"/>
          <p:cNvSpPr txBox="1"/>
          <p:nvPr>
            <p:ph idx="1" type="body"/>
          </p:nvPr>
        </p:nvSpPr>
        <p:spPr>
          <a:xfrm>
            <a:off x="471488" y="2637014"/>
            <a:ext cx="2914650"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63"/>
              </a:spcBef>
              <a:spcAft>
                <a:spcPts val="0"/>
              </a:spcAft>
              <a:buClr>
                <a:schemeClr val="dk1"/>
              </a:buClr>
              <a:buSzPts val="1800"/>
              <a:buChar char="•"/>
              <a:defRPr/>
            </a:lvl1pPr>
            <a:lvl2pPr indent="-342900" lvl="1" marL="914400" algn="l">
              <a:lnSpc>
                <a:spcPct val="90000"/>
              </a:lnSpc>
              <a:spcBef>
                <a:spcPts val="281"/>
              </a:spcBef>
              <a:spcAft>
                <a:spcPts val="0"/>
              </a:spcAft>
              <a:buClr>
                <a:schemeClr val="dk1"/>
              </a:buClr>
              <a:buSzPts val="1800"/>
              <a:buChar char="•"/>
              <a:defRPr/>
            </a:lvl2pPr>
            <a:lvl3pPr indent="-342900" lvl="2" marL="1371600" algn="l">
              <a:lnSpc>
                <a:spcPct val="90000"/>
              </a:lnSpc>
              <a:spcBef>
                <a:spcPts val="281"/>
              </a:spcBef>
              <a:spcAft>
                <a:spcPts val="0"/>
              </a:spcAft>
              <a:buClr>
                <a:schemeClr val="dk1"/>
              </a:buClr>
              <a:buSzPts val="1800"/>
              <a:buChar char="•"/>
              <a:defRPr/>
            </a:lvl3pPr>
            <a:lvl4pPr indent="-342900" lvl="3" marL="1828800" algn="l">
              <a:lnSpc>
                <a:spcPct val="90000"/>
              </a:lnSpc>
              <a:spcBef>
                <a:spcPts val="281"/>
              </a:spcBef>
              <a:spcAft>
                <a:spcPts val="0"/>
              </a:spcAft>
              <a:buClr>
                <a:schemeClr val="dk1"/>
              </a:buClr>
              <a:buSzPts val="1800"/>
              <a:buChar char="•"/>
              <a:defRPr/>
            </a:lvl4pPr>
            <a:lvl5pPr indent="-342900" lvl="4" marL="2286000" algn="l">
              <a:lnSpc>
                <a:spcPct val="90000"/>
              </a:lnSpc>
              <a:spcBef>
                <a:spcPts val="281"/>
              </a:spcBef>
              <a:spcAft>
                <a:spcPts val="0"/>
              </a:spcAft>
              <a:buClr>
                <a:schemeClr val="dk1"/>
              </a:buClr>
              <a:buSzPts val="1800"/>
              <a:buChar char="•"/>
              <a:defRPr/>
            </a:lvl5pPr>
            <a:lvl6pPr indent="-342900" lvl="5" marL="2743200" algn="l">
              <a:lnSpc>
                <a:spcPct val="90000"/>
              </a:lnSpc>
              <a:spcBef>
                <a:spcPts val="281"/>
              </a:spcBef>
              <a:spcAft>
                <a:spcPts val="0"/>
              </a:spcAft>
              <a:buClr>
                <a:schemeClr val="dk1"/>
              </a:buClr>
              <a:buSzPts val="1800"/>
              <a:buChar char="•"/>
              <a:defRPr/>
            </a:lvl6pPr>
            <a:lvl7pPr indent="-342900" lvl="6" marL="3200400" algn="l">
              <a:lnSpc>
                <a:spcPct val="90000"/>
              </a:lnSpc>
              <a:spcBef>
                <a:spcPts val="281"/>
              </a:spcBef>
              <a:spcAft>
                <a:spcPts val="0"/>
              </a:spcAft>
              <a:buClr>
                <a:schemeClr val="dk1"/>
              </a:buClr>
              <a:buSzPts val="1800"/>
              <a:buChar char="•"/>
              <a:defRPr/>
            </a:lvl7pPr>
            <a:lvl8pPr indent="-342900" lvl="7" marL="3657600" algn="l">
              <a:lnSpc>
                <a:spcPct val="90000"/>
              </a:lnSpc>
              <a:spcBef>
                <a:spcPts val="281"/>
              </a:spcBef>
              <a:spcAft>
                <a:spcPts val="0"/>
              </a:spcAft>
              <a:buClr>
                <a:schemeClr val="dk1"/>
              </a:buClr>
              <a:buSzPts val="1800"/>
              <a:buChar char="•"/>
              <a:defRPr/>
            </a:lvl8pPr>
            <a:lvl9pPr indent="-342900" lvl="8" marL="4114800" algn="l">
              <a:lnSpc>
                <a:spcPct val="90000"/>
              </a:lnSpc>
              <a:spcBef>
                <a:spcPts val="281"/>
              </a:spcBef>
              <a:spcAft>
                <a:spcPts val="0"/>
              </a:spcAft>
              <a:buClr>
                <a:schemeClr val="dk1"/>
              </a:buClr>
              <a:buSzPts val="1800"/>
              <a:buChar char="•"/>
              <a:defRPr/>
            </a:lvl9pPr>
          </a:lstStyle>
          <a:p/>
        </p:txBody>
      </p:sp>
      <p:sp>
        <p:nvSpPr>
          <p:cNvPr id="41" name="Google Shape;41;p26"/>
          <p:cNvSpPr txBox="1"/>
          <p:nvPr>
            <p:ph idx="2" type="body"/>
          </p:nvPr>
        </p:nvSpPr>
        <p:spPr>
          <a:xfrm>
            <a:off x="3471863" y="2637014"/>
            <a:ext cx="2914650"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63"/>
              </a:spcBef>
              <a:spcAft>
                <a:spcPts val="0"/>
              </a:spcAft>
              <a:buClr>
                <a:schemeClr val="dk1"/>
              </a:buClr>
              <a:buSzPts val="1800"/>
              <a:buChar char="•"/>
              <a:defRPr/>
            </a:lvl1pPr>
            <a:lvl2pPr indent="-342900" lvl="1" marL="914400" algn="l">
              <a:lnSpc>
                <a:spcPct val="90000"/>
              </a:lnSpc>
              <a:spcBef>
                <a:spcPts val="281"/>
              </a:spcBef>
              <a:spcAft>
                <a:spcPts val="0"/>
              </a:spcAft>
              <a:buClr>
                <a:schemeClr val="dk1"/>
              </a:buClr>
              <a:buSzPts val="1800"/>
              <a:buChar char="•"/>
              <a:defRPr/>
            </a:lvl2pPr>
            <a:lvl3pPr indent="-342900" lvl="2" marL="1371600" algn="l">
              <a:lnSpc>
                <a:spcPct val="90000"/>
              </a:lnSpc>
              <a:spcBef>
                <a:spcPts val="281"/>
              </a:spcBef>
              <a:spcAft>
                <a:spcPts val="0"/>
              </a:spcAft>
              <a:buClr>
                <a:schemeClr val="dk1"/>
              </a:buClr>
              <a:buSzPts val="1800"/>
              <a:buChar char="•"/>
              <a:defRPr/>
            </a:lvl3pPr>
            <a:lvl4pPr indent="-342900" lvl="3" marL="1828800" algn="l">
              <a:lnSpc>
                <a:spcPct val="90000"/>
              </a:lnSpc>
              <a:spcBef>
                <a:spcPts val="281"/>
              </a:spcBef>
              <a:spcAft>
                <a:spcPts val="0"/>
              </a:spcAft>
              <a:buClr>
                <a:schemeClr val="dk1"/>
              </a:buClr>
              <a:buSzPts val="1800"/>
              <a:buChar char="•"/>
              <a:defRPr/>
            </a:lvl4pPr>
            <a:lvl5pPr indent="-342900" lvl="4" marL="2286000" algn="l">
              <a:lnSpc>
                <a:spcPct val="90000"/>
              </a:lnSpc>
              <a:spcBef>
                <a:spcPts val="281"/>
              </a:spcBef>
              <a:spcAft>
                <a:spcPts val="0"/>
              </a:spcAft>
              <a:buClr>
                <a:schemeClr val="dk1"/>
              </a:buClr>
              <a:buSzPts val="1800"/>
              <a:buChar char="•"/>
              <a:defRPr/>
            </a:lvl5pPr>
            <a:lvl6pPr indent="-342900" lvl="5" marL="2743200" algn="l">
              <a:lnSpc>
                <a:spcPct val="90000"/>
              </a:lnSpc>
              <a:spcBef>
                <a:spcPts val="281"/>
              </a:spcBef>
              <a:spcAft>
                <a:spcPts val="0"/>
              </a:spcAft>
              <a:buClr>
                <a:schemeClr val="dk1"/>
              </a:buClr>
              <a:buSzPts val="1800"/>
              <a:buChar char="•"/>
              <a:defRPr/>
            </a:lvl6pPr>
            <a:lvl7pPr indent="-342900" lvl="6" marL="3200400" algn="l">
              <a:lnSpc>
                <a:spcPct val="90000"/>
              </a:lnSpc>
              <a:spcBef>
                <a:spcPts val="281"/>
              </a:spcBef>
              <a:spcAft>
                <a:spcPts val="0"/>
              </a:spcAft>
              <a:buClr>
                <a:schemeClr val="dk1"/>
              </a:buClr>
              <a:buSzPts val="1800"/>
              <a:buChar char="•"/>
              <a:defRPr/>
            </a:lvl7pPr>
            <a:lvl8pPr indent="-342900" lvl="7" marL="3657600" algn="l">
              <a:lnSpc>
                <a:spcPct val="90000"/>
              </a:lnSpc>
              <a:spcBef>
                <a:spcPts val="281"/>
              </a:spcBef>
              <a:spcAft>
                <a:spcPts val="0"/>
              </a:spcAft>
              <a:buClr>
                <a:schemeClr val="dk1"/>
              </a:buClr>
              <a:buSzPts val="1800"/>
              <a:buChar char="•"/>
              <a:defRPr/>
            </a:lvl8pPr>
            <a:lvl9pPr indent="-342900" lvl="8" marL="4114800" algn="l">
              <a:lnSpc>
                <a:spcPct val="90000"/>
              </a:lnSpc>
              <a:spcBef>
                <a:spcPts val="281"/>
              </a:spcBef>
              <a:spcAft>
                <a:spcPts val="0"/>
              </a:spcAft>
              <a:buClr>
                <a:schemeClr val="dk1"/>
              </a:buClr>
              <a:buSzPts val="1800"/>
              <a:buChar char="•"/>
              <a:defRPr/>
            </a:lvl9pPr>
          </a:lstStyle>
          <a:p/>
        </p:txBody>
      </p:sp>
      <p:sp>
        <p:nvSpPr>
          <p:cNvPr id="42" name="Google Shape;42;p26"/>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6"/>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6"/>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45" name="Shape 45"/>
        <p:cNvGrpSpPr/>
        <p:nvPr/>
      </p:nvGrpSpPr>
      <p:grpSpPr>
        <a:xfrm>
          <a:off x="0" y="0"/>
          <a:ext cx="0" cy="0"/>
          <a:chOff x="0" y="0"/>
          <a:chExt cx="0" cy="0"/>
        </a:xfrm>
      </p:grpSpPr>
      <p:sp>
        <p:nvSpPr>
          <p:cNvPr id="46" name="Google Shape;46;p27"/>
          <p:cNvSpPr txBox="1"/>
          <p:nvPr>
            <p:ph type="title"/>
          </p:nvPr>
        </p:nvSpPr>
        <p:spPr>
          <a:xfrm>
            <a:off x="472381" y="527404"/>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7"/>
          <p:cNvSpPr txBox="1"/>
          <p:nvPr>
            <p:ph idx="1" type="body"/>
          </p:nvPr>
        </p:nvSpPr>
        <p:spPr>
          <a:xfrm>
            <a:off x="472381" y="2428347"/>
            <a:ext cx="2901255" cy="119009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563"/>
              </a:spcBef>
              <a:spcAft>
                <a:spcPts val="0"/>
              </a:spcAft>
              <a:buClr>
                <a:schemeClr val="dk1"/>
              </a:buClr>
              <a:buSzPts val="1350"/>
              <a:buNone/>
              <a:defRPr b="1" sz="1350"/>
            </a:lvl1pPr>
            <a:lvl2pPr indent="-228600" lvl="1" marL="914400" algn="l">
              <a:lnSpc>
                <a:spcPct val="90000"/>
              </a:lnSpc>
              <a:spcBef>
                <a:spcPts val="281"/>
              </a:spcBef>
              <a:spcAft>
                <a:spcPts val="0"/>
              </a:spcAft>
              <a:buClr>
                <a:schemeClr val="dk1"/>
              </a:buClr>
              <a:buSzPts val="1125"/>
              <a:buNone/>
              <a:defRPr b="1" sz="1125"/>
            </a:lvl2pPr>
            <a:lvl3pPr indent="-228600" lvl="2" marL="1371600" algn="l">
              <a:lnSpc>
                <a:spcPct val="90000"/>
              </a:lnSpc>
              <a:spcBef>
                <a:spcPts val="281"/>
              </a:spcBef>
              <a:spcAft>
                <a:spcPts val="0"/>
              </a:spcAft>
              <a:buClr>
                <a:schemeClr val="dk1"/>
              </a:buClr>
              <a:buSzPts val="1013"/>
              <a:buNone/>
              <a:defRPr b="1" sz="1013"/>
            </a:lvl3pPr>
            <a:lvl4pPr indent="-228600" lvl="3" marL="1828800" algn="l">
              <a:lnSpc>
                <a:spcPct val="90000"/>
              </a:lnSpc>
              <a:spcBef>
                <a:spcPts val="281"/>
              </a:spcBef>
              <a:spcAft>
                <a:spcPts val="0"/>
              </a:spcAft>
              <a:buClr>
                <a:schemeClr val="dk1"/>
              </a:buClr>
              <a:buSzPts val="900"/>
              <a:buNone/>
              <a:defRPr b="1" sz="900"/>
            </a:lvl4pPr>
            <a:lvl5pPr indent="-228600" lvl="4" marL="2286000" algn="l">
              <a:lnSpc>
                <a:spcPct val="90000"/>
              </a:lnSpc>
              <a:spcBef>
                <a:spcPts val="281"/>
              </a:spcBef>
              <a:spcAft>
                <a:spcPts val="0"/>
              </a:spcAft>
              <a:buClr>
                <a:schemeClr val="dk1"/>
              </a:buClr>
              <a:buSzPts val="900"/>
              <a:buNone/>
              <a:defRPr b="1" sz="900"/>
            </a:lvl5pPr>
            <a:lvl6pPr indent="-228600" lvl="5" marL="2743200" algn="l">
              <a:lnSpc>
                <a:spcPct val="90000"/>
              </a:lnSpc>
              <a:spcBef>
                <a:spcPts val="281"/>
              </a:spcBef>
              <a:spcAft>
                <a:spcPts val="0"/>
              </a:spcAft>
              <a:buClr>
                <a:schemeClr val="dk1"/>
              </a:buClr>
              <a:buSzPts val="900"/>
              <a:buNone/>
              <a:defRPr b="1" sz="900"/>
            </a:lvl6pPr>
            <a:lvl7pPr indent="-228600" lvl="6" marL="3200400" algn="l">
              <a:lnSpc>
                <a:spcPct val="90000"/>
              </a:lnSpc>
              <a:spcBef>
                <a:spcPts val="281"/>
              </a:spcBef>
              <a:spcAft>
                <a:spcPts val="0"/>
              </a:spcAft>
              <a:buClr>
                <a:schemeClr val="dk1"/>
              </a:buClr>
              <a:buSzPts val="900"/>
              <a:buNone/>
              <a:defRPr b="1" sz="900"/>
            </a:lvl7pPr>
            <a:lvl8pPr indent="-228600" lvl="7" marL="3657600" algn="l">
              <a:lnSpc>
                <a:spcPct val="90000"/>
              </a:lnSpc>
              <a:spcBef>
                <a:spcPts val="281"/>
              </a:spcBef>
              <a:spcAft>
                <a:spcPts val="0"/>
              </a:spcAft>
              <a:buClr>
                <a:schemeClr val="dk1"/>
              </a:buClr>
              <a:buSzPts val="900"/>
              <a:buNone/>
              <a:defRPr b="1" sz="900"/>
            </a:lvl8pPr>
            <a:lvl9pPr indent="-228600" lvl="8" marL="4114800" algn="l">
              <a:lnSpc>
                <a:spcPct val="90000"/>
              </a:lnSpc>
              <a:spcBef>
                <a:spcPts val="281"/>
              </a:spcBef>
              <a:spcAft>
                <a:spcPts val="0"/>
              </a:spcAft>
              <a:buClr>
                <a:schemeClr val="dk1"/>
              </a:buClr>
              <a:buSzPts val="900"/>
              <a:buNone/>
              <a:defRPr b="1" sz="900"/>
            </a:lvl9pPr>
          </a:lstStyle>
          <a:p/>
        </p:txBody>
      </p:sp>
      <p:sp>
        <p:nvSpPr>
          <p:cNvPr id="48" name="Google Shape;48;p27"/>
          <p:cNvSpPr txBox="1"/>
          <p:nvPr>
            <p:ph idx="2" type="body"/>
          </p:nvPr>
        </p:nvSpPr>
        <p:spPr>
          <a:xfrm>
            <a:off x="472381" y="3618442"/>
            <a:ext cx="2901255" cy="532218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63"/>
              </a:spcBef>
              <a:spcAft>
                <a:spcPts val="0"/>
              </a:spcAft>
              <a:buClr>
                <a:schemeClr val="dk1"/>
              </a:buClr>
              <a:buSzPts val="1800"/>
              <a:buChar char="•"/>
              <a:defRPr/>
            </a:lvl1pPr>
            <a:lvl2pPr indent="-342900" lvl="1" marL="914400" algn="l">
              <a:lnSpc>
                <a:spcPct val="90000"/>
              </a:lnSpc>
              <a:spcBef>
                <a:spcPts val="281"/>
              </a:spcBef>
              <a:spcAft>
                <a:spcPts val="0"/>
              </a:spcAft>
              <a:buClr>
                <a:schemeClr val="dk1"/>
              </a:buClr>
              <a:buSzPts val="1800"/>
              <a:buChar char="•"/>
              <a:defRPr/>
            </a:lvl2pPr>
            <a:lvl3pPr indent="-342900" lvl="2" marL="1371600" algn="l">
              <a:lnSpc>
                <a:spcPct val="90000"/>
              </a:lnSpc>
              <a:spcBef>
                <a:spcPts val="281"/>
              </a:spcBef>
              <a:spcAft>
                <a:spcPts val="0"/>
              </a:spcAft>
              <a:buClr>
                <a:schemeClr val="dk1"/>
              </a:buClr>
              <a:buSzPts val="1800"/>
              <a:buChar char="•"/>
              <a:defRPr/>
            </a:lvl3pPr>
            <a:lvl4pPr indent="-342900" lvl="3" marL="1828800" algn="l">
              <a:lnSpc>
                <a:spcPct val="90000"/>
              </a:lnSpc>
              <a:spcBef>
                <a:spcPts val="281"/>
              </a:spcBef>
              <a:spcAft>
                <a:spcPts val="0"/>
              </a:spcAft>
              <a:buClr>
                <a:schemeClr val="dk1"/>
              </a:buClr>
              <a:buSzPts val="1800"/>
              <a:buChar char="•"/>
              <a:defRPr/>
            </a:lvl4pPr>
            <a:lvl5pPr indent="-342900" lvl="4" marL="2286000" algn="l">
              <a:lnSpc>
                <a:spcPct val="90000"/>
              </a:lnSpc>
              <a:spcBef>
                <a:spcPts val="281"/>
              </a:spcBef>
              <a:spcAft>
                <a:spcPts val="0"/>
              </a:spcAft>
              <a:buClr>
                <a:schemeClr val="dk1"/>
              </a:buClr>
              <a:buSzPts val="1800"/>
              <a:buChar char="•"/>
              <a:defRPr/>
            </a:lvl5pPr>
            <a:lvl6pPr indent="-342900" lvl="5" marL="2743200" algn="l">
              <a:lnSpc>
                <a:spcPct val="90000"/>
              </a:lnSpc>
              <a:spcBef>
                <a:spcPts val="281"/>
              </a:spcBef>
              <a:spcAft>
                <a:spcPts val="0"/>
              </a:spcAft>
              <a:buClr>
                <a:schemeClr val="dk1"/>
              </a:buClr>
              <a:buSzPts val="1800"/>
              <a:buChar char="•"/>
              <a:defRPr/>
            </a:lvl6pPr>
            <a:lvl7pPr indent="-342900" lvl="6" marL="3200400" algn="l">
              <a:lnSpc>
                <a:spcPct val="90000"/>
              </a:lnSpc>
              <a:spcBef>
                <a:spcPts val="281"/>
              </a:spcBef>
              <a:spcAft>
                <a:spcPts val="0"/>
              </a:spcAft>
              <a:buClr>
                <a:schemeClr val="dk1"/>
              </a:buClr>
              <a:buSzPts val="1800"/>
              <a:buChar char="•"/>
              <a:defRPr/>
            </a:lvl7pPr>
            <a:lvl8pPr indent="-342900" lvl="7" marL="3657600" algn="l">
              <a:lnSpc>
                <a:spcPct val="90000"/>
              </a:lnSpc>
              <a:spcBef>
                <a:spcPts val="281"/>
              </a:spcBef>
              <a:spcAft>
                <a:spcPts val="0"/>
              </a:spcAft>
              <a:buClr>
                <a:schemeClr val="dk1"/>
              </a:buClr>
              <a:buSzPts val="1800"/>
              <a:buChar char="•"/>
              <a:defRPr/>
            </a:lvl8pPr>
            <a:lvl9pPr indent="-342900" lvl="8" marL="4114800" algn="l">
              <a:lnSpc>
                <a:spcPct val="90000"/>
              </a:lnSpc>
              <a:spcBef>
                <a:spcPts val="281"/>
              </a:spcBef>
              <a:spcAft>
                <a:spcPts val="0"/>
              </a:spcAft>
              <a:buClr>
                <a:schemeClr val="dk1"/>
              </a:buClr>
              <a:buSzPts val="1800"/>
              <a:buChar char="•"/>
              <a:defRPr/>
            </a:lvl9pPr>
          </a:lstStyle>
          <a:p/>
        </p:txBody>
      </p:sp>
      <p:sp>
        <p:nvSpPr>
          <p:cNvPr id="49" name="Google Shape;49;p27"/>
          <p:cNvSpPr txBox="1"/>
          <p:nvPr>
            <p:ph idx="3" type="body"/>
          </p:nvPr>
        </p:nvSpPr>
        <p:spPr>
          <a:xfrm>
            <a:off x="3471863" y="2428347"/>
            <a:ext cx="2915543" cy="119009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563"/>
              </a:spcBef>
              <a:spcAft>
                <a:spcPts val="0"/>
              </a:spcAft>
              <a:buClr>
                <a:schemeClr val="dk1"/>
              </a:buClr>
              <a:buSzPts val="1350"/>
              <a:buNone/>
              <a:defRPr b="1" sz="1350"/>
            </a:lvl1pPr>
            <a:lvl2pPr indent="-228600" lvl="1" marL="914400" algn="l">
              <a:lnSpc>
                <a:spcPct val="90000"/>
              </a:lnSpc>
              <a:spcBef>
                <a:spcPts val="281"/>
              </a:spcBef>
              <a:spcAft>
                <a:spcPts val="0"/>
              </a:spcAft>
              <a:buClr>
                <a:schemeClr val="dk1"/>
              </a:buClr>
              <a:buSzPts val="1125"/>
              <a:buNone/>
              <a:defRPr b="1" sz="1125"/>
            </a:lvl2pPr>
            <a:lvl3pPr indent="-228600" lvl="2" marL="1371600" algn="l">
              <a:lnSpc>
                <a:spcPct val="90000"/>
              </a:lnSpc>
              <a:spcBef>
                <a:spcPts val="281"/>
              </a:spcBef>
              <a:spcAft>
                <a:spcPts val="0"/>
              </a:spcAft>
              <a:buClr>
                <a:schemeClr val="dk1"/>
              </a:buClr>
              <a:buSzPts val="1013"/>
              <a:buNone/>
              <a:defRPr b="1" sz="1013"/>
            </a:lvl3pPr>
            <a:lvl4pPr indent="-228600" lvl="3" marL="1828800" algn="l">
              <a:lnSpc>
                <a:spcPct val="90000"/>
              </a:lnSpc>
              <a:spcBef>
                <a:spcPts val="281"/>
              </a:spcBef>
              <a:spcAft>
                <a:spcPts val="0"/>
              </a:spcAft>
              <a:buClr>
                <a:schemeClr val="dk1"/>
              </a:buClr>
              <a:buSzPts val="900"/>
              <a:buNone/>
              <a:defRPr b="1" sz="900"/>
            </a:lvl4pPr>
            <a:lvl5pPr indent="-228600" lvl="4" marL="2286000" algn="l">
              <a:lnSpc>
                <a:spcPct val="90000"/>
              </a:lnSpc>
              <a:spcBef>
                <a:spcPts val="281"/>
              </a:spcBef>
              <a:spcAft>
                <a:spcPts val="0"/>
              </a:spcAft>
              <a:buClr>
                <a:schemeClr val="dk1"/>
              </a:buClr>
              <a:buSzPts val="900"/>
              <a:buNone/>
              <a:defRPr b="1" sz="900"/>
            </a:lvl5pPr>
            <a:lvl6pPr indent="-228600" lvl="5" marL="2743200" algn="l">
              <a:lnSpc>
                <a:spcPct val="90000"/>
              </a:lnSpc>
              <a:spcBef>
                <a:spcPts val="281"/>
              </a:spcBef>
              <a:spcAft>
                <a:spcPts val="0"/>
              </a:spcAft>
              <a:buClr>
                <a:schemeClr val="dk1"/>
              </a:buClr>
              <a:buSzPts val="900"/>
              <a:buNone/>
              <a:defRPr b="1" sz="900"/>
            </a:lvl6pPr>
            <a:lvl7pPr indent="-228600" lvl="6" marL="3200400" algn="l">
              <a:lnSpc>
                <a:spcPct val="90000"/>
              </a:lnSpc>
              <a:spcBef>
                <a:spcPts val="281"/>
              </a:spcBef>
              <a:spcAft>
                <a:spcPts val="0"/>
              </a:spcAft>
              <a:buClr>
                <a:schemeClr val="dk1"/>
              </a:buClr>
              <a:buSzPts val="900"/>
              <a:buNone/>
              <a:defRPr b="1" sz="900"/>
            </a:lvl7pPr>
            <a:lvl8pPr indent="-228600" lvl="7" marL="3657600" algn="l">
              <a:lnSpc>
                <a:spcPct val="90000"/>
              </a:lnSpc>
              <a:spcBef>
                <a:spcPts val="281"/>
              </a:spcBef>
              <a:spcAft>
                <a:spcPts val="0"/>
              </a:spcAft>
              <a:buClr>
                <a:schemeClr val="dk1"/>
              </a:buClr>
              <a:buSzPts val="900"/>
              <a:buNone/>
              <a:defRPr b="1" sz="900"/>
            </a:lvl8pPr>
            <a:lvl9pPr indent="-228600" lvl="8" marL="4114800" algn="l">
              <a:lnSpc>
                <a:spcPct val="90000"/>
              </a:lnSpc>
              <a:spcBef>
                <a:spcPts val="281"/>
              </a:spcBef>
              <a:spcAft>
                <a:spcPts val="0"/>
              </a:spcAft>
              <a:buClr>
                <a:schemeClr val="dk1"/>
              </a:buClr>
              <a:buSzPts val="900"/>
              <a:buNone/>
              <a:defRPr b="1" sz="900"/>
            </a:lvl9pPr>
          </a:lstStyle>
          <a:p/>
        </p:txBody>
      </p:sp>
      <p:sp>
        <p:nvSpPr>
          <p:cNvPr id="50" name="Google Shape;50;p27"/>
          <p:cNvSpPr txBox="1"/>
          <p:nvPr>
            <p:ph idx="4" type="body"/>
          </p:nvPr>
        </p:nvSpPr>
        <p:spPr>
          <a:xfrm>
            <a:off x="3471863" y="3618442"/>
            <a:ext cx="2915543" cy="532218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63"/>
              </a:spcBef>
              <a:spcAft>
                <a:spcPts val="0"/>
              </a:spcAft>
              <a:buClr>
                <a:schemeClr val="dk1"/>
              </a:buClr>
              <a:buSzPts val="1800"/>
              <a:buChar char="•"/>
              <a:defRPr/>
            </a:lvl1pPr>
            <a:lvl2pPr indent="-342900" lvl="1" marL="914400" algn="l">
              <a:lnSpc>
                <a:spcPct val="90000"/>
              </a:lnSpc>
              <a:spcBef>
                <a:spcPts val="281"/>
              </a:spcBef>
              <a:spcAft>
                <a:spcPts val="0"/>
              </a:spcAft>
              <a:buClr>
                <a:schemeClr val="dk1"/>
              </a:buClr>
              <a:buSzPts val="1800"/>
              <a:buChar char="•"/>
              <a:defRPr/>
            </a:lvl2pPr>
            <a:lvl3pPr indent="-342900" lvl="2" marL="1371600" algn="l">
              <a:lnSpc>
                <a:spcPct val="90000"/>
              </a:lnSpc>
              <a:spcBef>
                <a:spcPts val="281"/>
              </a:spcBef>
              <a:spcAft>
                <a:spcPts val="0"/>
              </a:spcAft>
              <a:buClr>
                <a:schemeClr val="dk1"/>
              </a:buClr>
              <a:buSzPts val="1800"/>
              <a:buChar char="•"/>
              <a:defRPr/>
            </a:lvl3pPr>
            <a:lvl4pPr indent="-342900" lvl="3" marL="1828800" algn="l">
              <a:lnSpc>
                <a:spcPct val="90000"/>
              </a:lnSpc>
              <a:spcBef>
                <a:spcPts val="281"/>
              </a:spcBef>
              <a:spcAft>
                <a:spcPts val="0"/>
              </a:spcAft>
              <a:buClr>
                <a:schemeClr val="dk1"/>
              </a:buClr>
              <a:buSzPts val="1800"/>
              <a:buChar char="•"/>
              <a:defRPr/>
            </a:lvl4pPr>
            <a:lvl5pPr indent="-342900" lvl="4" marL="2286000" algn="l">
              <a:lnSpc>
                <a:spcPct val="90000"/>
              </a:lnSpc>
              <a:spcBef>
                <a:spcPts val="281"/>
              </a:spcBef>
              <a:spcAft>
                <a:spcPts val="0"/>
              </a:spcAft>
              <a:buClr>
                <a:schemeClr val="dk1"/>
              </a:buClr>
              <a:buSzPts val="1800"/>
              <a:buChar char="•"/>
              <a:defRPr/>
            </a:lvl5pPr>
            <a:lvl6pPr indent="-342900" lvl="5" marL="2743200" algn="l">
              <a:lnSpc>
                <a:spcPct val="90000"/>
              </a:lnSpc>
              <a:spcBef>
                <a:spcPts val="281"/>
              </a:spcBef>
              <a:spcAft>
                <a:spcPts val="0"/>
              </a:spcAft>
              <a:buClr>
                <a:schemeClr val="dk1"/>
              </a:buClr>
              <a:buSzPts val="1800"/>
              <a:buChar char="•"/>
              <a:defRPr/>
            </a:lvl6pPr>
            <a:lvl7pPr indent="-342900" lvl="6" marL="3200400" algn="l">
              <a:lnSpc>
                <a:spcPct val="90000"/>
              </a:lnSpc>
              <a:spcBef>
                <a:spcPts val="281"/>
              </a:spcBef>
              <a:spcAft>
                <a:spcPts val="0"/>
              </a:spcAft>
              <a:buClr>
                <a:schemeClr val="dk1"/>
              </a:buClr>
              <a:buSzPts val="1800"/>
              <a:buChar char="•"/>
              <a:defRPr/>
            </a:lvl7pPr>
            <a:lvl8pPr indent="-342900" lvl="7" marL="3657600" algn="l">
              <a:lnSpc>
                <a:spcPct val="90000"/>
              </a:lnSpc>
              <a:spcBef>
                <a:spcPts val="281"/>
              </a:spcBef>
              <a:spcAft>
                <a:spcPts val="0"/>
              </a:spcAft>
              <a:buClr>
                <a:schemeClr val="dk1"/>
              </a:buClr>
              <a:buSzPts val="1800"/>
              <a:buChar char="•"/>
              <a:defRPr/>
            </a:lvl8pPr>
            <a:lvl9pPr indent="-342900" lvl="8" marL="4114800" algn="l">
              <a:lnSpc>
                <a:spcPct val="90000"/>
              </a:lnSpc>
              <a:spcBef>
                <a:spcPts val="281"/>
              </a:spcBef>
              <a:spcAft>
                <a:spcPts val="0"/>
              </a:spcAft>
              <a:buClr>
                <a:schemeClr val="dk1"/>
              </a:buClr>
              <a:buSzPts val="1800"/>
              <a:buChar char="•"/>
              <a:defRPr/>
            </a:lvl9pPr>
          </a:lstStyle>
          <a:p/>
        </p:txBody>
      </p:sp>
      <p:sp>
        <p:nvSpPr>
          <p:cNvPr id="51" name="Google Shape;51;p27"/>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7"/>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7"/>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54" name="Shape 54"/>
        <p:cNvGrpSpPr/>
        <p:nvPr/>
      </p:nvGrpSpPr>
      <p:grpSpPr>
        <a:xfrm>
          <a:off x="0" y="0"/>
          <a:ext cx="0" cy="0"/>
          <a:chOff x="0" y="0"/>
          <a:chExt cx="0" cy="0"/>
        </a:xfrm>
      </p:grpSpPr>
      <p:sp>
        <p:nvSpPr>
          <p:cNvPr id="55" name="Google Shape;55;p28"/>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8"/>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8"/>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58" name="Shape 58"/>
        <p:cNvGrpSpPr/>
        <p:nvPr/>
      </p:nvGrpSpPr>
      <p:grpSpPr>
        <a:xfrm>
          <a:off x="0" y="0"/>
          <a:ext cx="0" cy="0"/>
          <a:chOff x="0" y="0"/>
          <a:chExt cx="0" cy="0"/>
        </a:xfrm>
      </p:grpSpPr>
      <p:sp>
        <p:nvSpPr>
          <p:cNvPr id="59" name="Google Shape;59;p29"/>
          <p:cNvSpPr txBox="1"/>
          <p:nvPr>
            <p:ph type="title"/>
          </p:nvPr>
        </p:nvSpPr>
        <p:spPr>
          <a:xfrm>
            <a:off x="472381" y="660400"/>
            <a:ext cx="2211883" cy="2311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Font typeface="Calibri"/>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9"/>
          <p:cNvSpPr txBox="1"/>
          <p:nvPr>
            <p:ph idx="1" type="body"/>
          </p:nvPr>
        </p:nvSpPr>
        <p:spPr>
          <a:xfrm>
            <a:off x="2915543" y="1426281"/>
            <a:ext cx="3471863" cy="703968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63"/>
              </a:spcBef>
              <a:spcAft>
                <a:spcPts val="0"/>
              </a:spcAft>
              <a:buClr>
                <a:schemeClr val="dk1"/>
              </a:buClr>
              <a:buSzPts val="1800"/>
              <a:buChar char="•"/>
              <a:defRPr sz="1800"/>
            </a:lvl1pPr>
            <a:lvl2pPr indent="-328612" lvl="1" marL="914400" algn="l">
              <a:lnSpc>
                <a:spcPct val="90000"/>
              </a:lnSpc>
              <a:spcBef>
                <a:spcPts val="281"/>
              </a:spcBef>
              <a:spcAft>
                <a:spcPts val="0"/>
              </a:spcAft>
              <a:buClr>
                <a:schemeClr val="dk1"/>
              </a:buClr>
              <a:buSzPts val="1575"/>
              <a:buChar char="•"/>
              <a:defRPr sz="1575"/>
            </a:lvl2pPr>
            <a:lvl3pPr indent="-314325" lvl="2" marL="1371600" algn="l">
              <a:lnSpc>
                <a:spcPct val="90000"/>
              </a:lnSpc>
              <a:spcBef>
                <a:spcPts val="281"/>
              </a:spcBef>
              <a:spcAft>
                <a:spcPts val="0"/>
              </a:spcAft>
              <a:buClr>
                <a:schemeClr val="dk1"/>
              </a:buClr>
              <a:buSzPts val="1350"/>
              <a:buChar char="•"/>
              <a:defRPr sz="1350"/>
            </a:lvl3pPr>
            <a:lvl4pPr indent="-300037" lvl="3" marL="1828800" algn="l">
              <a:lnSpc>
                <a:spcPct val="90000"/>
              </a:lnSpc>
              <a:spcBef>
                <a:spcPts val="281"/>
              </a:spcBef>
              <a:spcAft>
                <a:spcPts val="0"/>
              </a:spcAft>
              <a:buClr>
                <a:schemeClr val="dk1"/>
              </a:buClr>
              <a:buSzPts val="1125"/>
              <a:buChar char="•"/>
              <a:defRPr sz="1125"/>
            </a:lvl4pPr>
            <a:lvl5pPr indent="-300037" lvl="4" marL="2286000" algn="l">
              <a:lnSpc>
                <a:spcPct val="90000"/>
              </a:lnSpc>
              <a:spcBef>
                <a:spcPts val="281"/>
              </a:spcBef>
              <a:spcAft>
                <a:spcPts val="0"/>
              </a:spcAft>
              <a:buClr>
                <a:schemeClr val="dk1"/>
              </a:buClr>
              <a:buSzPts val="1125"/>
              <a:buChar char="•"/>
              <a:defRPr sz="1125"/>
            </a:lvl5pPr>
            <a:lvl6pPr indent="-300037" lvl="5" marL="2743200" algn="l">
              <a:lnSpc>
                <a:spcPct val="90000"/>
              </a:lnSpc>
              <a:spcBef>
                <a:spcPts val="281"/>
              </a:spcBef>
              <a:spcAft>
                <a:spcPts val="0"/>
              </a:spcAft>
              <a:buClr>
                <a:schemeClr val="dk1"/>
              </a:buClr>
              <a:buSzPts val="1125"/>
              <a:buChar char="•"/>
              <a:defRPr sz="1125"/>
            </a:lvl6pPr>
            <a:lvl7pPr indent="-300037" lvl="6" marL="3200400" algn="l">
              <a:lnSpc>
                <a:spcPct val="90000"/>
              </a:lnSpc>
              <a:spcBef>
                <a:spcPts val="281"/>
              </a:spcBef>
              <a:spcAft>
                <a:spcPts val="0"/>
              </a:spcAft>
              <a:buClr>
                <a:schemeClr val="dk1"/>
              </a:buClr>
              <a:buSzPts val="1125"/>
              <a:buChar char="•"/>
              <a:defRPr sz="1125"/>
            </a:lvl7pPr>
            <a:lvl8pPr indent="-300037" lvl="7" marL="3657600" algn="l">
              <a:lnSpc>
                <a:spcPct val="90000"/>
              </a:lnSpc>
              <a:spcBef>
                <a:spcPts val="281"/>
              </a:spcBef>
              <a:spcAft>
                <a:spcPts val="0"/>
              </a:spcAft>
              <a:buClr>
                <a:schemeClr val="dk1"/>
              </a:buClr>
              <a:buSzPts val="1125"/>
              <a:buChar char="•"/>
              <a:defRPr sz="1125"/>
            </a:lvl8pPr>
            <a:lvl9pPr indent="-300037" lvl="8" marL="4114800" algn="l">
              <a:lnSpc>
                <a:spcPct val="90000"/>
              </a:lnSpc>
              <a:spcBef>
                <a:spcPts val="281"/>
              </a:spcBef>
              <a:spcAft>
                <a:spcPts val="0"/>
              </a:spcAft>
              <a:buClr>
                <a:schemeClr val="dk1"/>
              </a:buClr>
              <a:buSzPts val="1125"/>
              <a:buChar char="•"/>
              <a:defRPr sz="1125"/>
            </a:lvl9pPr>
          </a:lstStyle>
          <a:p/>
        </p:txBody>
      </p:sp>
      <p:sp>
        <p:nvSpPr>
          <p:cNvPr id="61" name="Google Shape;61;p29"/>
          <p:cNvSpPr txBox="1"/>
          <p:nvPr>
            <p:ph idx="2" type="body"/>
          </p:nvPr>
        </p:nvSpPr>
        <p:spPr>
          <a:xfrm>
            <a:off x="472381" y="2971800"/>
            <a:ext cx="2211883" cy="550562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563"/>
              </a:spcBef>
              <a:spcAft>
                <a:spcPts val="0"/>
              </a:spcAft>
              <a:buClr>
                <a:schemeClr val="dk1"/>
              </a:buClr>
              <a:buSzPts val="900"/>
              <a:buNone/>
              <a:defRPr sz="900"/>
            </a:lvl1pPr>
            <a:lvl2pPr indent="-228600" lvl="1" marL="914400" algn="l">
              <a:lnSpc>
                <a:spcPct val="90000"/>
              </a:lnSpc>
              <a:spcBef>
                <a:spcPts val="281"/>
              </a:spcBef>
              <a:spcAft>
                <a:spcPts val="0"/>
              </a:spcAft>
              <a:buClr>
                <a:schemeClr val="dk1"/>
              </a:buClr>
              <a:buSzPts val="788"/>
              <a:buNone/>
              <a:defRPr sz="788"/>
            </a:lvl2pPr>
            <a:lvl3pPr indent="-228600" lvl="2" marL="1371600" algn="l">
              <a:lnSpc>
                <a:spcPct val="90000"/>
              </a:lnSpc>
              <a:spcBef>
                <a:spcPts val="281"/>
              </a:spcBef>
              <a:spcAft>
                <a:spcPts val="0"/>
              </a:spcAft>
              <a:buClr>
                <a:schemeClr val="dk1"/>
              </a:buClr>
              <a:buSzPts val="675"/>
              <a:buNone/>
              <a:defRPr sz="675"/>
            </a:lvl3pPr>
            <a:lvl4pPr indent="-228600" lvl="3" marL="1828800" algn="l">
              <a:lnSpc>
                <a:spcPct val="90000"/>
              </a:lnSpc>
              <a:spcBef>
                <a:spcPts val="281"/>
              </a:spcBef>
              <a:spcAft>
                <a:spcPts val="0"/>
              </a:spcAft>
              <a:buClr>
                <a:schemeClr val="dk1"/>
              </a:buClr>
              <a:buSzPts val="563"/>
              <a:buNone/>
              <a:defRPr sz="563"/>
            </a:lvl4pPr>
            <a:lvl5pPr indent="-228600" lvl="4" marL="2286000" algn="l">
              <a:lnSpc>
                <a:spcPct val="90000"/>
              </a:lnSpc>
              <a:spcBef>
                <a:spcPts val="281"/>
              </a:spcBef>
              <a:spcAft>
                <a:spcPts val="0"/>
              </a:spcAft>
              <a:buClr>
                <a:schemeClr val="dk1"/>
              </a:buClr>
              <a:buSzPts val="563"/>
              <a:buNone/>
              <a:defRPr sz="563"/>
            </a:lvl5pPr>
            <a:lvl6pPr indent="-228600" lvl="5" marL="2743200" algn="l">
              <a:lnSpc>
                <a:spcPct val="90000"/>
              </a:lnSpc>
              <a:spcBef>
                <a:spcPts val="281"/>
              </a:spcBef>
              <a:spcAft>
                <a:spcPts val="0"/>
              </a:spcAft>
              <a:buClr>
                <a:schemeClr val="dk1"/>
              </a:buClr>
              <a:buSzPts val="563"/>
              <a:buNone/>
              <a:defRPr sz="563"/>
            </a:lvl6pPr>
            <a:lvl7pPr indent="-228600" lvl="6" marL="3200400" algn="l">
              <a:lnSpc>
                <a:spcPct val="90000"/>
              </a:lnSpc>
              <a:spcBef>
                <a:spcPts val="281"/>
              </a:spcBef>
              <a:spcAft>
                <a:spcPts val="0"/>
              </a:spcAft>
              <a:buClr>
                <a:schemeClr val="dk1"/>
              </a:buClr>
              <a:buSzPts val="563"/>
              <a:buNone/>
              <a:defRPr sz="563"/>
            </a:lvl7pPr>
            <a:lvl8pPr indent="-228600" lvl="7" marL="3657600" algn="l">
              <a:lnSpc>
                <a:spcPct val="90000"/>
              </a:lnSpc>
              <a:spcBef>
                <a:spcPts val="281"/>
              </a:spcBef>
              <a:spcAft>
                <a:spcPts val="0"/>
              </a:spcAft>
              <a:buClr>
                <a:schemeClr val="dk1"/>
              </a:buClr>
              <a:buSzPts val="563"/>
              <a:buNone/>
              <a:defRPr sz="563"/>
            </a:lvl8pPr>
            <a:lvl9pPr indent="-228600" lvl="8" marL="4114800" algn="l">
              <a:lnSpc>
                <a:spcPct val="90000"/>
              </a:lnSpc>
              <a:spcBef>
                <a:spcPts val="281"/>
              </a:spcBef>
              <a:spcAft>
                <a:spcPts val="0"/>
              </a:spcAft>
              <a:buClr>
                <a:schemeClr val="dk1"/>
              </a:buClr>
              <a:buSzPts val="563"/>
              <a:buNone/>
              <a:defRPr sz="563"/>
            </a:lvl9pPr>
          </a:lstStyle>
          <a:p/>
        </p:txBody>
      </p:sp>
      <p:sp>
        <p:nvSpPr>
          <p:cNvPr id="62" name="Google Shape;62;p29"/>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9"/>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9"/>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65" name="Shape 65"/>
        <p:cNvGrpSpPr/>
        <p:nvPr/>
      </p:nvGrpSpPr>
      <p:grpSpPr>
        <a:xfrm>
          <a:off x="0" y="0"/>
          <a:ext cx="0" cy="0"/>
          <a:chOff x="0" y="0"/>
          <a:chExt cx="0" cy="0"/>
        </a:xfrm>
      </p:grpSpPr>
      <p:sp>
        <p:nvSpPr>
          <p:cNvPr id="66" name="Google Shape;66;p30"/>
          <p:cNvSpPr txBox="1"/>
          <p:nvPr>
            <p:ph type="title"/>
          </p:nvPr>
        </p:nvSpPr>
        <p:spPr>
          <a:xfrm>
            <a:off x="472381" y="660400"/>
            <a:ext cx="2211883" cy="2311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Font typeface="Calibri"/>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0"/>
          <p:cNvSpPr/>
          <p:nvPr>
            <p:ph idx="2" type="pic"/>
          </p:nvPr>
        </p:nvSpPr>
        <p:spPr>
          <a:xfrm>
            <a:off x="2915543" y="1426281"/>
            <a:ext cx="3471863" cy="7039681"/>
          </a:xfrm>
          <a:prstGeom prst="rect">
            <a:avLst/>
          </a:prstGeom>
          <a:noFill/>
          <a:ln>
            <a:noFill/>
          </a:ln>
        </p:spPr>
      </p:sp>
      <p:sp>
        <p:nvSpPr>
          <p:cNvPr id="68" name="Google Shape;68;p30"/>
          <p:cNvSpPr txBox="1"/>
          <p:nvPr>
            <p:ph idx="1" type="body"/>
          </p:nvPr>
        </p:nvSpPr>
        <p:spPr>
          <a:xfrm>
            <a:off x="472381" y="2971800"/>
            <a:ext cx="2211883" cy="550562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563"/>
              </a:spcBef>
              <a:spcAft>
                <a:spcPts val="0"/>
              </a:spcAft>
              <a:buClr>
                <a:schemeClr val="dk1"/>
              </a:buClr>
              <a:buSzPts val="900"/>
              <a:buNone/>
              <a:defRPr sz="900"/>
            </a:lvl1pPr>
            <a:lvl2pPr indent="-228600" lvl="1" marL="914400" algn="l">
              <a:lnSpc>
                <a:spcPct val="90000"/>
              </a:lnSpc>
              <a:spcBef>
                <a:spcPts val="281"/>
              </a:spcBef>
              <a:spcAft>
                <a:spcPts val="0"/>
              </a:spcAft>
              <a:buClr>
                <a:schemeClr val="dk1"/>
              </a:buClr>
              <a:buSzPts val="788"/>
              <a:buNone/>
              <a:defRPr sz="788"/>
            </a:lvl2pPr>
            <a:lvl3pPr indent="-228600" lvl="2" marL="1371600" algn="l">
              <a:lnSpc>
                <a:spcPct val="90000"/>
              </a:lnSpc>
              <a:spcBef>
                <a:spcPts val="281"/>
              </a:spcBef>
              <a:spcAft>
                <a:spcPts val="0"/>
              </a:spcAft>
              <a:buClr>
                <a:schemeClr val="dk1"/>
              </a:buClr>
              <a:buSzPts val="675"/>
              <a:buNone/>
              <a:defRPr sz="675"/>
            </a:lvl3pPr>
            <a:lvl4pPr indent="-228600" lvl="3" marL="1828800" algn="l">
              <a:lnSpc>
                <a:spcPct val="90000"/>
              </a:lnSpc>
              <a:spcBef>
                <a:spcPts val="281"/>
              </a:spcBef>
              <a:spcAft>
                <a:spcPts val="0"/>
              </a:spcAft>
              <a:buClr>
                <a:schemeClr val="dk1"/>
              </a:buClr>
              <a:buSzPts val="563"/>
              <a:buNone/>
              <a:defRPr sz="563"/>
            </a:lvl4pPr>
            <a:lvl5pPr indent="-228600" lvl="4" marL="2286000" algn="l">
              <a:lnSpc>
                <a:spcPct val="90000"/>
              </a:lnSpc>
              <a:spcBef>
                <a:spcPts val="281"/>
              </a:spcBef>
              <a:spcAft>
                <a:spcPts val="0"/>
              </a:spcAft>
              <a:buClr>
                <a:schemeClr val="dk1"/>
              </a:buClr>
              <a:buSzPts val="563"/>
              <a:buNone/>
              <a:defRPr sz="563"/>
            </a:lvl5pPr>
            <a:lvl6pPr indent="-228600" lvl="5" marL="2743200" algn="l">
              <a:lnSpc>
                <a:spcPct val="90000"/>
              </a:lnSpc>
              <a:spcBef>
                <a:spcPts val="281"/>
              </a:spcBef>
              <a:spcAft>
                <a:spcPts val="0"/>
              </a:spcAft>
              <a:buClr>
                <a:schemeClr val="dk1"/>
              </a:buClr>
              <a:buSzPts val="563"/>
              <a:buNone/>
              <a:defRPr sz="563"/>
            </a:lvl6pPr>
            <a:lvl7pPr indent="-228600" lvl="6" marL="3200400" algn="l">
              <a:lnSpc>
                <a:spcPct val="90000"/>
              </a:lnSpc>
              <a:spcBef>
                <a:spcPts val="281"/>
              </a:spcBef>
              <a:spcAft>
                <a:spcPts val="0"/>
              </a:spcAft>
              <a:buClr>
                <a:schemeClr val="dk1"/>
              </a:buClr>
              <a:buSzPts val="563"/>
              <a:buNone/>
              <a:defRPr sz="563"/>
            </a:lvl7pPr>
            <a:lvl8pPr indent="-228600" lvl="7" marL="3657600" algn="l">
              <a:lnSpc>
                <a:spcPct val="90000"/>
              </a:lnSpc>
              <a:spcBef>
                <a:spcPts val="281"/>
              </a:spcBef>
              <a:spcAft>
                <a:spcPts val="0"/>
              </a:spcAft>
              <a:buClr>
                <a:schemeClr val="dk1"/>
              </a:buClr>
              <a:buSzPts val="563"/>
              <a:buNone/>
              <a:defRPr sz="563"/>
            </a:lvl8pPr>
            <a:lvl9pPr indent="-228600" lvl="8" marL="4114800" algn="l">
              <a:lnSpc>
                <a:spcPct val="90000"/>
              </a:lnSpc>
              <a:spcBef>
                <a:spcPts val="281"/>
              </a:spcBef>
              <a:spcAft>
                <a:spcPts val="0"/>
              </a:spcAft>
              <a:buClr>
                <a:schemeClr val="dk1"/>
              </a:buClr>
              <a:buSzPts val="563"/>
              <a:buNone/>
              <a:defRPr sz="563"/>
            </a:lvl9pPr>
          </a:lstStyle>
          <a:p/>
        </p:txBody>
      </p:sp>
      <p:sp>
        <p:nvSpPr>
          <p:cNvPr id="69" name="Google Shape;69;p30"/>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0"/>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0"/>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72" name="Shape 72"/>
        <p:cNvGrpSpPr/>
        <p:nvPr/>
      </p:nvGrpSpPr>
      <p:grpSpPr>
        <a:xfrm>
          <a:off x="0" y="0"/>
          <a:ext cx="0" cy="0"/>
          <a:chOff x="0" y="0"/>
          <a:chExt cx="0" cy="0"/>
        </a:xfrm>
      </p:grpSpPr>
      <p:sp>
        <p:nvSpPr>
          <p:cNvPr id="73" name="Google Shape;73;p31"/>
          <p:cNvSpPr txBox="1"/>
          <p:nvPr>
            <p:ph type="title"/>
          </p:nvPr>
        </p:nvSpPr>
        <p:spPr>
          <a:xfrm>
            <a:off x="471488" y="527404"/>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1"/>
          <p:cNvSpPr txBox="1"/>
          <p:nvPr>
            <p:ph idx="1" type="body"/>
          </p:nvPr>
        </p:nvSpPr>
        <p:spPr>
          <a:xfrm rot="5400000">
            <a:off x="286367" y="2822135"/>
            <a:ext cx="6285266" cy="59150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63"/>
              </a:spcBef>
              <a:spcAft>
                <a:spcPts val="0"/>
              </a:spcAft>
              <a:buClr>
                <a:schemeClr val="dk1"/>
              </a:buClr>
              <a:buSzPts val="1800"/>
              <a:buChar char="•"/>
              <a:defRPr/>
            </a:lvl1pPr>
            <a:lvl2pPr indent="-342900" lvl="1" marL="914400" algn="l">
              <a:lnSpc>
                <a:spcPct val="90000"/>
              </a:lnSpc>
              <a:spcBef>
                <a:spcPts val="281"/>
              </a:spcBef>
              <a:spcAft>
                <a:spcPts val="0"/>
              </a:spcAft>
              <a:buClr>
                <a:schemeClr val="dk1"/>
              </a:buClr>
              <a:buSzPts val="1800"/>
              <a:buChar char="•"/>
              <a:defRPr/>
            </a:lvl2pPr>
            <a:lvl3pPr indent="-342900" lvl="2" marL="1371600" algn="l">
              <a:lnSpc>
                <a:spcPct val="90000"/>
              </a:lnSpc>
              <a:spcBef>
                <a:spcPts val="281"/>
              </a:spcBef>
              <a:spcAft>
                <a:spcPts val="0"/>
              </a:spcAft>
              <a:buClr>
                <a:schemeClr val="dk1"/>
              </a:buClr>
              <a:buSzPts val="1800"/>
              <a:buChar char="•"/>
              <a:defRPr/>
            </a:lvl3pPr>
            <a:lvl4pPr indent="-342900" lvl="3" marL="1828800" algn="l">
              <a:lnSpc>
                <a:spcPct val="90000"/>
              </a:lnSpc>
              <a:spcBef>
                <a:spcPts val="281"/>
              </a:spcBef>
              <a:spcAft>
                <a:spcPts val="0"/>
              </a:spcAft>
              <a:buClr>
                <a:schemeClr val="dk1"/>
              </a:buClr>
              <a:buSzPts val="1800"/>
              <a:buChar char="•"/>
              <a:defRPr/>
            </a:lvl4pPr>
            <a:lvl5pPr indent="-342900" lvl="4" marL="2286000" algn="l">
              <a:lnSpc>
                <a:spcPct val="90000"/>
              </a:lnSpc>
              <a:spcBef>
                <a:spcPts val="281"/>
              </a:spcBef>
              <a:spcAft>
                <a:spcPts val="0"/>
              </a:spcAft>
              <a:buClr>
                <a:schemeClr val="dk1"/>
              </a:buClr>
              <a:buSzPts val="1800"/>
              <a:buChar char="•"/>
              <a:defRPr/>
            </a:lvl5pPr>
            <a:lvl6pPr indent="-342900" lvl="5" marL="2743200" algn="l">
              <a:lnSpc>
                <a:spcPct val="90000"/>
              </a:lnSpc>
              <a:spcBef>
                <a:spcPts val="281"/>
              </a:spcBef>
              <a:spcAft>
                <a:spcPts val="0"/>
              </a:spcAft>
              <a:buClr>
                <a:schemeClr val="dk1"/>
              </a:buClr>
              <a:buSzPts val="1800"/>
              <a:buChar char="•"/>
              <a:defRPr/>
            </a:lvl6pPr>
            <a:lvl7pPr indent="-342900" lvl="6" marL="3200400" algn="l">
              <a:lnSpc>
                <a:spcPct val="90000"/>
              </a:lnSpc>
              <a:spcBef>
                <a:spcPts val="281"/>
              </a:spcBef>
              <a:spcAft>
                <a:spcPts val="0"/>
              </a:spcAft>
              <a:buClr>
                <a:schemeClr val="dk1"/>
              </a:buClr>
              <a:buSzPts val="1800"/>
              <a:buChar char="•"/>
              <a:defRPr/>
            </a:lvl7pPr>
            <a:lvl8pPr indent="-342900" lvl="7" marL="3657600" algn="l">
              <a:lnSpc>
                <a:spcPct val="90000"/>
              </a:lnSpc>
              <a:spcBef>
                <a:spcPts val="281"/>
              </a:spcBef>
              <a:spcAft>
                <a:spcPts val="0"/>
              </a:spcAft>
              <a:buClr>
                <a:schemeClr val="dk1"/>
              </a:buClr>
              <a:buSzPts val="1800"/>
              <a:buChar char="•"/>
              <a:defRPr/>
            </a:lvl8pPr>
            <a:lvl9pPr indent="-342900" lvl="8" marL="4114800" algn="l">
              <a:lnSpc>
                <a:spcPct val="90000"/>
              </a:lnSpc>
              <a:spcBef>
                <a:spcPts val="281"/>
              </a:spcBef>
              <a:spcAft>
                <a:spcPts val="0"/>
              </a:spcAft>
              <a:buClr>
                <a:schemeClr val="dk1"/>
              </a:buClr>
              <a:buSzPts val="1800"/>
              <a:buChar char="•"/>
              <a:defRPr/>
            </a:lvl9pPr>
          </a:lstStyle>
          <a:p/>
        </p:txBody>
      </p:sp>
      <p:sp>
        <p:nvSpPr>
          <p:cNvPr id="75" name="Google Shape;75;p31"/>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1"/>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1"/>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78" name="Shape 78"/>
        <p:cNvGrpSpPr/>
        <p:nvPr/>
      </p:nvGrpSpPr>
      <p:grpSpPr>
        <a:xfrm>
          <a:off x="0" y="0"/>
          <a:ext cx="0" cy="0"/>
          <a:chOff x="0" y="0"/>
          <a:chExt cx="0" cy="0"/>
        </a:xfrm>
      </p:grpSpPr>
      <p:sp>
        <p:nvSpPr>
          <p:cNvPr id="79" name="Google Shape;79;p32"/>
          <p:cNvSpPr txBox="1"/>
          <p:nvPr>
            <p:ph type="title"/>
          </p:nvPr>
        </p:nvSpPr>
        <p:spPr>
          <a:xfrm rot="5400000">
            <a:off x="1449695" y="3985464"/>
            <a:ext cx="8394877" cy="147875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2"/>
          <p:cNvSpPr txBox="1"/>
          <p:nvPr>
            <p:ph idx="1" type="body"/>
          </p:nvPr>
        </p:nvSpPr>
        <p:spPr>
          <a:xfrm rot="5400000">
            <a:off x="-1550679" y="2549570"/>
            <a:ext cx="8394877" cy="43505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63"/>
              </a:spcBef>
              <a:spcAft>
                <a:spcPts val="0"/>
              </a:spcAft>
              <a:buClr>
                <a:schemeClr val="dk1"/>
              </a:buClr>
              <a:buSzPts val="1800"/>
              <a:buChar char="•"/>
              <a:defRPr/>
            </a:lvl1pPr>
            <a:lvl2pPr indent="-342900" lvl="1" marL="914400" algn="l">
              <a:lnSpc>
                <a:spcPct val="90000"/>
              </a:lnSpc>
              <a:spcBef>
                <a:spcPts val="281"/>
              </a:spcBef>
              <a:spcAft>
                <a:spcPts val="0"/>
              </a:spcAft>
              <a:buClr>
                <a:schemeClr val="dk1"/>
              </a:buClr>
              <a:buSzPts val="1800"/>
              <a:buChar char="•"/>
              <a:defRPr/>
            </a:lvl2pPr>
            <a:lvl3pPr indent="-342900" lvl="2" marL="1371600" algn="l">
              <a:lnSpc>
                <a:spcPct val="90000"/>
              </a:lnSpc>
              <a:spcBef>
                <a:spcPts val="281"/>
              </a:spcBef>
              <a:spcAft>
                <a:spcPts val="0"/>
              </a:spcAft>
              <a:buClr>
                <a:schemeClr val="dk1"/>
              </a:buClr>
              <a:buSzPts val="1800"/>
              <a:buChar char="•"/>
              <a:defRPr/>
            </a:lvl3pPr>
            <a:lvl4pPr indent="-342900" lvl="3" marL="1828800" algn="l">
              <a:lnSpc>
                <a:spcPct val="90000"/>
              </a:lnSpc>
              <a:spcBef>
                <a:spcPts val="281"/>
              </a:spcBef>
              <a:spcAft>
                <a:spcPts val="0"/>
              </a:spcAft>
              <a:buClr>
                <a:schemeClr val="dk1"/>
              </a:buClr>
              <a:buSzPts val="1800"/>
              <a:buChar char="•"/>
              <a:defRPr/>
            </a:lvl4pPr>
            <a:lvl5pPr indent="-342900" lvl="4" marL="2286000" algn="l">
              <a:lnSpc>
                <a:spcPct val="90000"/>
              </a:lnSpc>
              <a:spcBef>
                <a:spcPts val="281"/>
              </a:spcBef>
              <a:spcAft>
                <a:spcPts val="0"/>
              </a:spcAft>
              <a:buClr>
                <a:schemeClr val="dk1"/>
              </a:buClr>
              <a:buSzPts val="1800"/>
              <a:buChar char="•"/>
              <a:defRPr/>
            </a:lvl5pPr>
            <a:lvl6pPr indent="-342900" lvl="5" marL="2743200" algn="l">
              <a:lnSpc>
                <a:spcPct val="90000"/>
              </a:lnSpc>
              <a:spcBef>
                <a:spcPts val="281"/>
              </a:spcBef>
              <a:spcAft>
                <a:spcPts val="0"/>
              </a:spcAft>
              <a:buClr>
                <a:schemeClr val="dk1"/>
              </a:buClr>
              <a:buSzPts val="1800"/>
              <a:buChar char="•"/>
              <a:defRPr/>
            </a:lvl6pPr>
            <a:lvl7pPr indent="-342900" lvl="6" marL="3200400" algn="l">
              <a:lnSpc>
                <a:spcPct val="90000"/>
              </a:lnSpc>
              <a:spcBef>
                <a:spcPts val="281"/>
              </a:spcBef>
              <a:spcAft>
                <a:spcPts val="0"/>
              </a:spcAft>
              <a:buClr>
                <a:schemeClr val="dk1"/>
              </a:buClr>
              <a:buSzPts val="1800"/>
              <a:buChar char="•"/>
              <a:defRPr/>
            </a:lvl7pPr>
            <a:lvl8pPr indent="-342900" lvl="7" marL="3657600" algn="l">
              <a:lnSpc>
                <a:spcPct val="90000"/>
              </a:lnSpc>
              <a:spcBef>
                <a:spcPts val="281"/>
              </a:spcBef>
              <a:spcAft>
                <a:spcPts val="0"/>
              </a:spcAft>
              <a:buClr>
                <a:schemeClr val="dk1"/>
              </a:buClr>
              <a:buSzPts val="1800"/>
              <a:buChar char="•"/>
              <a:defRPr/>
            </a:lvl8pPr>
            <a:lvl9pPr indent="-342900" lvl="8" marL="4114800" algn="l">
              <a:lnSpc>
                <a:spcPct val="90000"/>
              </a:lnSpc>
              <a:spcBef>
                <a:spcPts val="281"/>
              </a:spcBef>
              <a:spcAft>
                <a:spcPts val="0"/>
              </a:spcAft>
              <a:buClr>
                <a:schemeClr val="dk1"/>
              </a:buClr>
              <a:buSzPts val="1800"/>
              <a:buChar char="•"/>
              <a:defRPr/>
            </a:lvl9pPr>
          </a:lstStyle>
          <a:p/>
        </p:txBody>
      </p:sp>
      <p:sp>
        <p:nvSpPr>
          <p:cNvPr id="81" name="Google Shape;81;p32"/>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2"/>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2"/>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1"/>
          <p:cNvSpPr txBox="1"/>
          <p:nvPr>
            <p:ph type="title"/>
          </p:nvPr>
        </p:nvSpPr>
        <p:spPr>
          <a:xfrm>
            <a:off x="471488" y="527404"/>
            <a:ext cx="5915025" cy="191470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2475"/>
              <a:buFont typeface="Calibri"/>
              <a:buNone/>
              <a:defRPr b="0" i="0" sz="2475"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1"/>
          <p:cNvSpPr txBox="1"/>
          <p:nvPr>
            <p:ph idx="1" type="body"/>
          </p:nvPr>
        </p:nvSpPr>
        <p:spPr>
          <a:xfrm>
            <a:off x="471488" y="2637014"/>
            <a:ext cx="5915025" cy="6285266"/>
          </a:xfrm>
          <a:prstGeom prst="rect">
            <a:avLst/>
          </a:prstGeom>
          <a:noFill/>
          <a:ln>
            <a:noFill/>
          </a:ln>
        </p:spPr>
        <p:txBody>
          <a:bodyPr anchorCtr="0" anchor="t" bIns="45700" lIns="91425" spcFirstLastPara="1" rIns="91425" wrap="square" tIns="45700">
            <a:normAutofit/>
          </a:bodyPr>
          <a:lstStyle>
            <a:lvl1pPr indent="-328612" lvl="0" marL="457200" marR="0" rtl="0" algn="l">
              <a:lnSpc>
                <a:spcPct val="90000"/>
              </a:lnSpc>
              <a:spcBef>
                <a:spcPts val="563"/>
              </a:spcBef>
              <a:spcAft>
                <a:spcPts val="0"/>
              </a:spcAft>
              <a:buClr>
                <a:schemeClr val="dk1"/>
              </a:buClr>
              <a:buSzPts val="1575"/>
              <a:buFont typeface="Arial"/>
              <a:buChar char="•"/>
              <a:defRPr b="0" i="0" sz="1575" u="none" cap="none" strike="noStrike">
                <a:solidFill>
                  <a:schemeClr val="dk1"/>
                </a:solidFill>
                <a:latin typeface="Calibri"/>
                <a:ea typeface="Calibri"/>
                <a:cs typeface="Calibri"/>
                <a:sym typeface="Calibri"/>
              </a:defRPr>
            </a:lvl1pPr>
            <a:lvl2pPr indent="-314325" lvl="1" marL="914400" marR="0" rtl="0" algn="l">
              <a:lnSpc>
                <a:spcPct val="90000"/>
              </a:lnSpc>
              <a:spcBef>
                <a:spcPts val="281"/>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2pPr>
            <a:lvl3pPr indent="-300037" lvl="2" marL="1371600" marR="0" rtl="0" algn="l">
              <a:lnSpc>
                <a:spcPct val="90000"/>
              </a:lnSpc>
              <a:spcBef>
                <a:spcPts val="281"/>
              </a:spcBef>
              <a:spcAft>
                <a:spcPts val="0"/>
              </a:spcAft>
              <a:buClr>
                <a:schemeClr val="dk1"/>
              </a:buClr>
              <a:buSzPts val="1125"/>
              <a:buFont typeface="Arial"/>
              <a:buChar char="•"/>
              <a:defRPr b="0" i="0" sz="1125" u="none" cap="none" strike="noStrike">
                <a:solidFill>
                  <a:schemeClr val="dk1"/>
                </a:solidFill>
                <a:latin typeface="Calibri"/>
                <a:ea typeface="Calibri"/>
                <a:cs typeface="Calibri"/>
                <a:sym typeface="Calibri"/>
              </a:defRPr>
            </a:lvl3pPr>
            <a:lvl4pPr indent="-292925" lvl="3" marL="1828800" marR="0" rtl="0" algn="l">
              <a:lnSpc>
                <a:spcPct val="90000"/>
              </a:lnSpc>
              <a:spcBef>
                <a:spcPts val="281"/>
              </a:spcBef>
              <a:spcAft>
                <a:spcPts val="0"/>
              </a:spcAft>
              <a:buClr>
                <a:schemeClr val="dk1"/>
              </a:buClr>
              <a:buSzPts val="1013"/>
              <a:buFont typeface="Arial"/>
              <a:buChar char="•"/>
              <a:defRPr b="0" i="0" sz="1013" u="none" cap="none" strike="noStrike">
                <a:solidFill>
                  <a:schemeClr val="dk1"/>
                </a:solidFill>
                <a:latin typeface="Calibri"/>
                <a:ea typeface="Calibri"/>
                <a:cs typeface="Calibri"/>
                <a:sym typeface="Calibri"/>
              </a:defRPr>
            </a:lvl4pPr>
            <a:lvl5pPr indent="-292925" lvl="4" marL="2286000" marR="0" rtl="0" algn="l">
              <a:lnSpc>
                <a:spcPct val="90000"/>
              </a:lnSpc>
              <a:spcBef>
                <a:spcPts val="281"/>
              </a:spcBef>
              <a:spcAft>
                <a:spcPts val="0"/>
              </a:spcAft>
              <a:buClr>
                <a:schemeClr val="dk1"/>
              </a:buClr>
              <a:buSzPts val="1013"/>
              <a:buFont typeface="Arial"/>
              <a:buChar char="•"/>
              <a:defRPr b="0" i="0" sz="1013" u="none" cap="none" strike="noStrike">
                <a:solidFill>
                  <a:schemeClr val="dk1"/>
                </a:solidFill>
                <a:latin typeface="Calibri"/>
                <a:ea typeface="Calibri"/>
                <a:cs typeface="Calibri"/>
                <a:sym typeface="Calibri"/>
              </a:defRPr>
            </a:lvl5pPr>
            <a:lvl6pPr indent="-292925" lvl="5" marL="2743200" marR="0" rtl="0" algn="l">
              <a:lnSpc>
                <a:spcPct val="90000"/>
              </a:lnSpc>
              <a:spcBef>
                <a:spcPts val="281"/>
              </a:spcBef>
              <a:spcAft>
                <a:spcPts val="0"/>
              </a:spcAft>
              <a:buClr>
                <a:schemeClr val="dk1"/>
              </a:buClr>
              <a:buSzPts val="1013"/>
              <a:buFont typeface="Arial"/>
              <a:buChar char="•"/>
              <a:defRPr b="0" i="0" sz="1013" u="none" cap="none" strike="noStrike">
                <a:solidFill>
                  <a:schemeClr val="dk1"/>
                </a:solidFill>
                <a:latin typeface="Calibri"/>
                <a:ea typeface="Calibri"/>
                <a:cs typeface="Calibri"/>
                <a:sym typeface="Calibri"/>
              </a:defRPr>
            </a:lvl6pPr>
            <a:lvl7pPr indent="-292925" lvl="6" marL="3200400" marR="0" rtl="0" algn="l">
              <a:lnSpc>
                <a:spcPct val="90000"/>
              </a:lnSpc>
              <a:spcBef>
                <a:spcPts val="281"/>
              </a:spcBef>
              <a:spcAft>
                <a:spcPts val="0"/>
              </a:spcAft>
              <a:buClr>
                <a:schemeClr val="dk1"/>
              </a:buClr>
              <a:buSzPts val="1013"/>
              <a:buFont typeface="Arial"/>
              <a:buChar char="•"/>
              <a:defRPr b="0" i="0" sz="1013" u="none" cap="none" strike="noStrike">
                <a:solidFill>
                  <a:schemeClr val="dk1"/>
                </a:solidFill>
                <a:latin typeface="Calibri"/>
                <a:ea typeface="Calibri"/>
                <a:cs typeface="Calibri"/>
                <a:sym typeface="Calibri"/>
              </a:defRPr>
            </a:lvl7pPr>
            <a:lvl8pPr indent="-292925" lvl="7" marL="3657600" marR="0" rtl="0" algn="l">
              <a:lnSpc>
                <a:spcPct val="90000"/>
              </a:lnSpc>
              <a:spcBef>
                <a:spcPts val="281"/>
              </a:spcBef>
              <a:spcAft>
                <a:spcPts val="0"/>
              </a:spcAft>
              <a:buClr>
                <a:schemeClr val="dk1"/>
              </a:buClr>
              <a:buSzPts val="1013"/>
              <a:buFont typeface="Arial"/>
              <a:buChar char="•"/>
              <a:defRPr b="0" i="0" sz="1013" u="none" cap="none" strike="noStrike">
                <a:solidFill>
                  <a:schemeClr val="dk1"/>
                </a:solidFill>
                <a:latin typeface="Calibri"/>
                <a:ea typeface="Calibri"/>
                <a:cs typeface="Calibri"/>
                <a:sym typeface="Calibri"/>
              </a:defRPr>
            </a:lvl8pPr>
            <a:lvl9pPr indent="-292925" lvl="8" marL="4114800" marR="0" rtl="0" algn="l">
              <a:lnSpc>
                <a:spcPct val="90000"/>
              </a:lnSpc>
              <a:spcBef>
                <a:spcPts val="281"/>
              </a:spcBef>
              <a:spcAft>
                <a:spcPts val="0"/>
              </a:spcAft>
              <a:buClr>
                <a:schemeClr val="dk1"/>
              </a:buClr>
              <a:buSzPts val="1013"/>
              <a:buFont typeface="Arial"/>
              <a:buChar char="•"/>
              <a:defRPr b="0" i="0" sz="1013" u="none" cap="none" strike="noStrike">
                <a:solidFill>
                  <a:schemeClr val="dk1"/>
                </a:solidFill>
                <a:latin typeface="Calibri"/>
                <a:ea typeface="Calibri"/>
                <a:cs typeface="Calibri"/>
                <a:sym typeface="Calibri"/>
              </a:defRPr>
            </a:lvl9pPr>
          </a:lstStyle>
          <a:p/>
        </p:txBody>
      </p:sp>
      <p:sp>
        <p:nvSpPr>
          <p:cNvPr id="12" name="Google Shape;12;p21"/>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675"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1"/>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675"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1"/>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Clr>
                <a:srgbClr val="888888"/>
              </a:buClr>
              <a:buSzPts val="675"/>
              <a:buFont typeface="Calibri"/>
              <a:buNone/>
              <a:defRPr b="0" i="0" sz="675" u="none" cap="none" strike="noStrike">
                <a:solidFill>
                  <a:srgbClr val="888888"/>
                </a:solidFill>
                <a:latin typeface="Calibri"/>
                <a:ea typeface="Calibri"/>
                <a:cs typeface="Calibri"/>
                <a:sym typeface="Calibri"/>
              </a:defRPr>
            </a:lvl1pPr>
            <a:lvl2pPr indent="0" lvl="1" marL="0" marR="0" rtl="0" algn="r">
              <a:spcBef>
                <a:spcPts val="0"/>
              </a:spcBef>
              <a:spcAft>
                <a:spcPts val="0"/>
              </a:spcAft>
              <a:buClr>
                <a:srgbClr val="888888"/>
              </a:buClr>
              <a:buSzPts val="675"/>
              <a:buFont typeface="Calibri"/>
              <a:buNone/>
              <a:defRPr b="0" i="0" sz="675" u="none" cap="none" strike="noStrike">
                <a:solidFill>
                  <a:srgbClr val="888888"/>
                </a:solidFill>
                <a:latin typeface="Calibri"/>
                <a:ea typeface="Calibri"/>
                <a:cs typeface="Calibri"/>
                <a:sym typeface="Calibri"/>
              </a:defRPr>
            </a:lvl2pPr>
            <a:lvl3pPr indent="0" lvl="2" marL="0" marR="0" rtl="0" algn="r">
              <a:spcBef>
                <a:spcPts val="0"/>
              </a:spcBef>
              <a:spcAft>
                <a:spcPts val="0"/>
              </a:spcAft>
              <a:buClr>
                <a:srgbClr val="888888"/>
              </a:buClr>
              <a:buSzPts val="675"/>
              <a:buFont typeface="Calibri"/>
              <a:buNone/>
              <a:defRPr b="0" i="0" sz="675" u="none" cap="none" strike="noStrike">
                <a:solidFill>
                  <a:srgbClr val="888888"/>
                </a:solidFill>
                <a:latin typeface="Calibri"/>
                <a:ea typeface="Calibri"/>
                <a:cs typeface="Calibri"/>
                <a:sym typeface="Calibri"/>
              </a:defRPr>
            </a:lvl3pPr>
            <a:lvl4pPr indent="0" lvl="3" marL="0" marR="0" rtl="0" algn="r">
              <a:spcBef>
                <a:spcPts val="0"/>
              </a:spcBef>
              <a:spcAft>
                <a:spcPts val="0"/>
              </a:spcAft>
              <a:buClr>
                <a:srgbClr val="888888"/>
              </a:buClr>
              <a:buSzPts val="675"/>
              <a:buFont typeface="Calibri"/>
              <a:buNone/>
              <a:defRPr b="0" i="0" sz="675" u="none" cap="none" strike="noStrike">
                <a:solidFill>
                  <a:srgbClr val="888888"/>
                </a:solidFill>
                <a:latin typeface="Calibri"/>
                <a:ea typeface="Calibri"/>
                <a:cs typeface="Calibri"/>
                <a:sym typeface="Calibri"/>
              </a:defRPr>
            </a:lvl4pPr>
            <a:lvl5pPr indent="0" lvl="4" marL="0" marR="0" rtl="0" algn="r">
              <a:spcBef>
                <a:spcPts val="0"/>
              </a:spcBef>
              <a:spcAft>
                <a:spcPts val="0"/>
              </a:spcAft>
              <a:buClr>
                <a:srgbClr val="888888"/>
              </a:buClr>
              <a:buSzPts val="675"/>
              <a:buFont typeface="Calibri"/>
              <a:buNone/>
              <a:defRPr b="0" i="0" sz="675" u="none" cap="none" strike="noStrike">
                <a:solidFill>
                  <a:srgbClr val="888888"/>
                </a:solidFill>
                <a:latin typeface="Calibri"/>
                <a:ea typeface="Calibri"/>
                <a:cs typeface="Calibri"/>
                <a:sym typeface="Calibri"/>
              </a:defRPr>
            </a:lvl5pPr>
            <a:lvl6pPr indent="0" lvl="5" marL="0" marR="0" rtl="0" algn="r">
              <a:spcBef>
                <a:spcPts val="0"/>
              </a:spcBef>
              <a:spcAft>
                <a:spcPts val="0"/>
              </a:spcAft>
              <a:buClr>
                <a:srgbClr val="888888"/>
              </a:buClr>
              <a:buSzPts val="675"/>
              <a:buFont typeface="Calibri"/>
              <a:buNone/>
              <a:defRPr b="0" i="0" sz="675" u="none" cap="none" strike="noStrike">
                <a:solidFill>
                  <a:srgbClr val="888888"/>
                </a:solidFill>
                <a:latin typeface="Calibri"/>
                <a:ea typeface="Calibri"/>
                <a:cs typeface="Calibri"/>
                <a:sym typeface="Calibri"/>
              </a:defRPr>
            </a:lvl6pPr>
            <a:lvl7pPr indent="0" lvl="6" marL="0" marR="0" rtl="0" algn="r">
              <a:spcBef>
                <a:spcPts val="0"/>
              </a:spcBef>
              <a:spcAft>
                <a:spcPts val="0"/>
              </a:spcAft>
              <a:buClr>
                <a:srgbClr val="888888"/>
              </a:buClr>
              <a:buSzPts val="675"/>
              <a:buFont typeface="Calibri"/>
              <a:buNone/>
              <a:defRPr b="0" i="0" sz="675" u="none" cap="none" strike="noStrike">
                <a:solidFill>
                  <a:srgbClr val="888888"/>
                </a:solidFill>
                <a:latin typeface="Calibri"/>
                <a:ea typeface="Calibri"/>
                <a:cs typeface="Calibri"/>
                <a:sym typeface="Calibri"/>
              </a:defRPr>
            </a:lvl7pPr>
            <a:lvl8pPr indent="0" lvl="7" marL="0" marR="0" rtl="0" algn="r">
              <a:spcBef>
                <a:spcPts val="0"/>
              </a:spcBef>
              <a:spcAft>
                <a:spcPts val="0"/>
              </a:spcAft>
              <a:buClr>
                <a:srgbClr val="888888"/>
              </a:buClr>
              <a:buSzPts val="675"/>
              <a:buFont typeface="Calibri"/>
              <a:buNone/>
              <a:defRPr b="0" i="0" sz="675" u="none" cap="none" strike="noStrike">
                <a:solidFill>
                  <a:srgbClr val="888888"/>
                </a:solidFill>
                <a:latin typeface="Calibri"/>
                <a:ea typeface="Calibri"/>
                <a:cs typeface="Calibri"/>
                <a:sym typeface="Calibri"/>
              </a:defRPr>
            </a:lvl8pPr>
            <a:lvl9pPr indent="0" lvl="8" marL="0" marR="0" rtl="0" algn="r">
              <a:spcBef>
                <a:spcPts val="0"/>
              </a:spcBef>
              <a:spcAft>
                <a:spcPts val="0"/>
              </a:spcAft>
              <a:buClr>
                <a:srgbClr val="888888"/>
              </a:buClr>
              <a:buSzPts val="675"/>
              <a:buFont typeface="Calibri"/>
              <a:buNone/>
              <a:defRPr b="0" i="0" sz="675"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9.png"/><Relationship Id="rId10" Type="http://schemas.openxmlformats.org/officeDocument/2006/relationships/image" Target="../media/image17.png"/><Relationship Id="rId13" Type="http://schemas.openxmlformats.org/officeDocument/2006/relationships/hyperlink" Target="#'1'!A1" TargetMode="External"/><Relationship Id="rId12" Type="http://schemas.openxmlformats.org/officeDocument/2006/relationships/image" Target="../media/image3.jp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1.png"/><Relationship Id="rId9" Type="http://schemas.openxmlformats.org/officeDocument/2006/relationships/image" Target="../media/image6.png"/><Relationship Id="rId14" Type="http://schemas.openxmlformats.org/officeDocument/2006/relationships/image" Target="../media/image7.png"/><Relationship Id="rId5" Type="http://schemas.openxmlformats.org/officeDocument/2006/relationships/hyperlink" Target="#'6'!A1" TargetMode="External"/><Relationship Id="rId6" Type="http://schemas.openxmlformats.org/officeDocument/2006/relationships/image" Target="../media/image15.png"/><Relationship Id="rId7" Type="http://schemas.openxmlformats.org/officeDocument/2006/relationships/image" Target="../media/image4.jpg"/><Relationship Id="rId8" Type="http://schemas.openxmlformats.org/officeDocument/2006/relationships/hyperlink" Target="#'12'!A1"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7.png"/><Relationship Id="rId5"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jpg"/><Relationship Id="rId4" Type="http://schemas.openxmlformats.org/officeDocument/2006/relationships/image" Target="../media/image30.png"/><Relationship Id="rId5" Type="http://schemas.openxmlformats.org/officeDocument/2006/relationships/image" Target="../media/image17.png"/><Relationship Id="rId6" Type="http://schemas.openxmlformats.org/officeDocument/2006/relationships/image" Target="../media/image9.png"/></Relationships>
</file>

<file path=ppt/slides/_rels/slide4.xml.rels><?xml version="1.0" encoding="UTF-8" standalone="yes"?><Relationships xmlns="http://schemas.openxmlformats.org/package/2006/relationships"><Relationship Id="rId10" Type="http://schemas.openxmlformats.org/officeDocument/2006/relationships/image" Target="../media/image9.png"/><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14.png"/><Relationship Id="rId9" Type="http://schemas.openxmlformats.org/officeDocument/2006/relationships/image" Target="../media/image17.png"/><Relationship Id="rId5" Type="http://schemas.openxmlformats.org/officeDocument/2006/relationships/image" Target="../media/image21.jpg"/><Relationship Id="rId6" Type="http://schemas.openxmlformats.org/officeDocument/2006/relationships/image" Target="../media/image31.jpg"/><Relationship Id="rId7" Type="http://schemas.openxmlformats.org/officeDocument/2006/relationships/hyperlink" Target="#'1'!A1" TargetMode="External"/><Relationship Id="rId8" Type="http://schemas.openxmlformats.org/officeDocument/2006/relationships/image" Target="../media/image7.png"/></Relationships>
</file>

<file path=ppt/slides/_rels/slide5.xml.rels><?xml version="1.0" encoding="UTF-8" standalone="yes"?><Relationships xmlns="http://schemas.openxmlformats.org/package/2006/relationships"><Relationship Id="rId10" Type="http://schemas.openxmlformats.org/officeDocument/2006/relationships/image" Target="../media/image6.png"/><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7.png"/><Relationship Id="rId9" Type="http://schemas.openxmlformats.org/officeDocument/2006/relationships/hyperlink" Target="#'12'!A1" TargetMode="External"/><Relationship Id="rId5" Type="http://schemas.openxmlformats.org/officeDocument/2006/relationships/image" Target="../media/image9.png"/><Relationship Id="rId6" Type="http://schemas.openxmlformats.org/officeDocument/2006/relationships/image" Target="../media/image20.png"/><Relationship Id="rId7" Type="http://schemas.openxmlformats.org/officeDocument/2006/relationships/image" Target="../media/image22.png"/><Relationship Id="rId8"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26.png"/><Relationship Id="rId5" Type="http://schemas.openxmlformats.org/officeDocument/2006/relationships/image" Target="../media/image24.png"/><Relationship Id="rId6" Type="http://schemas.openxmlformats.org/officeDocument/2006/relationships/image" Target="../media/image17.png"/><Relationship Id="rId7" Type="http://schemas.openxmlformats.org/officeDocument/2006/relationships/image" Target="../media/image9.png"/></Relationships>
</file>

<file path=ppt/slides/_rels/slide7.xml.rels><?xml version="1.0" encoding="UTF-8" standalone="yes"?><Relationships xmlns="http://schemas.openxmlformats.org/package/2006/relationships"><Relationship Id="rId10" Type="http://schemas.openxmlformats.org/officeDocument/2006/relationships/image" Target="../media/image9.png"/><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26.png"/><Relationship Id="rId9" Type="http://schemas.openxmlformats.org/officeDocument/2006/relationships/image" Target="../media/image17.png"/><Relationship Id="rId5" Type="http://schemas.openxmlformats.org/officeDocument/2006/relationships/image" Target="../media/image28.png"/><Relationship Id="rId6" Type="http://schemas.openxmlformats.org/officeDocument/2006/relationships/image" Target="../media/image27.png"/><Relationship Id="rId7" Type="http://schemas.openxmlformats.org/officeDocument/2006/relationships/image" Target="../media/image29.png"/><Relationship Id="rId8"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4"/>
          <p:cNvSpPr/>
          <p:nvPr/>
        </p:nvSpPr>
        <p:spPr>
          <a:xfrm>
            <a:off x="0" y="972075"/>
            <a:ext cx="6732802" cy="8385904"/>
          </a:xfrm>
          <a:prstGeom prst="rect">
            <a:avLst/>
          </a:prstGeom>
          <a:solidFill>
            <a:srgbClr val="2F5496"/>
          </a:solidFill>
          <a:ln cap="flat" cmpd="sng" w="25400">
            <a:solidFill>
              <a:srgbClr val="8DA9D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9" name="Google Shape;89;p14"/>
          <p:cNvSpPr txBox="1"/>
          <p:nvPr/>
        </p:nvSpPr>
        <p:spPr>
          <a:xfrm>
            <a:off x="5461689" y="9642688"/>
            <a:ext cx="1388522" cy="20005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fr-FR" sz="700" u="none" cap="none" strike="noStrike">
                <a:solidFill>
                  <a:schemeClr val="dk1"/>
                </a:solidFill>
                <a:latin typeface="Calibri"/>
                <a:ea typeface="Calibri"/>
                <a:cs typeface="Calibri"/>
                <a:sym typeface="Calibri"/>
              </a:rPr>
              <a:t>FICHE PRODUIT MARS 2014</a:t>
            </a:r>
            <a:endParaRPr/>
          </a:p>
        </p:txBody>
      </p:sp>
      <p:sp>
        <p:nvSpPr>
          <p:cNvPr id="90" name="Google Shape;90;p14"/>
          <p:cNvSpPr/>
          <p:nvPr/>
        </p:nvSpPr>
        <p:spPr>
          <a:xfrm>
            <a:off x="1987886" y="1258563"/>
            <a:ext cx="3759200" cy="1463934"/>
          </a:xfrm>
          <a:prstGeom prst="roundRect">
            <a:avLst>
              <a:gd fmla="val 16667" name="adj"/>
            </a:avLst>
          </a:prstGeom>
          <a:solidFill>
            <a:schemeClr val="lt1"/>
          </a:solidFill>
          <a:ln cap="flat" cmpd="sng" w="25400">
            <a:solidFill>
              <a:srgbClr val="323F4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sz="1600">
              <a:solidFill>
                <a:schemeClr val="dk1"/>
              </a:solidFill>
              <a:latin typeface="Calibri"/>
              <a:ea typeface="Calibri"/>
              <a:cs typeface="Calibri"/>
              <a:sym typeface="Calibri"/>
            </a:endParaRPr>
          </a:p>
          <a:p>
            <a:pPr indent="0" lvl="0" marL="0" marR="0" rtl="0" algn="r">
              <a:spcBef>
                <a:spcPts val="0"/>
              </a:spcBef>
              <a:spcAft>
                <a:spcPts val="0"/>
              </a:spcAft>
              <a:buNone/>
            </a:pPr>
            <a:r>
              <a:t/>
            </a:r>
            <a:endParaRPr b="1" sz="1600">
              <a:solidFill>
                <a:schemeClr val="dk1"/>
              </a:solidFill>
              <a:latin typeface="Calibri"/>
              <a:ea typeface="Calibri"/>
              <a:cs typeface="Calibri"/>
              <a:sym typeface="Calibri"/>
            </a:endParaRPr>
          </a:p>
          <a:p>
            <a:pPr indent="0" lvl="0" marL="0" marR="0" rtl="0" algn="r">
              <a:spcBef>
                <a:spcPts val="0"/>
              </a:spcBef>
              <a:spcAft>
                <a:spcPts val="0"/>
              </a:spcAft>
              <a:buNone/>
            </a:pPr>
            <a:r>
              <a:rPr b="1" lang="fr-FR" sz="2000">
                <a:solidFill>
                  <a:srgbClr val="2F5496"/>
                </a:solidFill>
                <a:latin typeface="Calibri"/>
                <a:ea typeface="Calibri"/>
                <a:cs typeface="Calibri"/>
                <a:sym typeface="Calibri"/>
              </a:rPr>
              <a:t>Une complémentaire santé</a:t>
            </a:r>
            <a:endParaRPr/>
          </a:p>
          <a:p>
            <a:pPr indent="0" lvl="0" marL="0" marR="0" rtl="0" algn="l">
              <a:spcBef>
                <a:spcPts val="0"/>
              </a:spcBef>
              <a:spcAft>
                <a:spcPts val="0"/>
              </a:spcAft>
              <a:buNone/>
            </a:pPr>
            <a:r>
              <a:rPr b="1" lang="fr-FR" sz="16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fr-FR" sz="1600">
                <a:solidFill>
                  <a:schemeClr val="dk1"/>
                </a:solidFill>
                <a:latin typeface="Calibri"/>
                <a:ea typeface="Calibri"/>
                <a:cs typeface="Calibri"/>
                <a:sym typeface="Calibri"/>
              </a:rPr>
              <a:t>                              </a:t>
            </a:r>
            <a:r>
              <a:rPr b="1" lang="fr-FR" sz="2000">
                <a:solidFill>
                  <a:srgbClr val="2F5496"/>
                </a:solidFill>
                <a:latin typeface="Calibri"/>
                <a:ea typeface="Calibri"/>
                <a:cs typeface="Calibri"/>
                <a:sym typeface="Calibri"/>
              </a:rPr>
              <a:t>via</a:t>
            </a:r>
            <a:r>
              <a:rPr b="1" lang="fr-FR" sz="1600">
                <a:solidFill>
                  <a:schemeClr val="dk1"/>
                </a:solidFill>
                <a:latin typeface="Calibri"/>
                <a:ea typeface="Calibri"/>
                <a:cs typeface="Calibri"/>
                <a:sym typeface="Calibri"/>
              </a:rPr>
              <a:t> </a:t>
            </a:r>
            <a:endParaRPr/>
          </a:p>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r">
              <a:spcBef>
                <a:spcPts val="0"/>
              </a:spcBef>
              <a:spcAft>
                <a:spcPts val="0"/>
              </a:spcAft>
              <a:buNone/>
            </a:pPr>
            <a:r>
              <a:rPr lang="fr-FR" sz="1200">
                <a:solidFill>
                  <a:schemeClr val="dk1"/>
                </a:solidFill>
                <a:latin typeface="Calibri"/>
                <a:ea typeface="Calibri"/>
                <a:cs typeface="Calibri"/>
                <a:sym typeface="Calibri"/>
              </a:rPr>
              <a:t>      Contrat </a:t>
            </a:r>
            <a:r>
              <a:rPr b="1" lang="fr-FR" sz="1200">
                <a:solidFill>
                  <a:schemeClr val="dk1"/>
                </a:solidFill>
                <a:latin typeface="Calibri"/>
                <a:ea typeface="Calibri"/>
                <a:cs typeface="Calibri"/>
                <a:sym typeface="Calibri"/>
              </a:rPr>
              <a:t>NON</a:t>
            </a:r>
            <a:r>
              <a:rPr lang="fr-FR" sz="1200">
                <a:solidFill>
                  <a:schemeClr val="dk1"/>
                </a:solidFill>
                <a:latin typeface="Calibri"/>
                <a:ea typeface="Calibri"/>
                <a:cs typeface="Calibri"/>
                <a:sym typeface="Calibri"/>
              </a:rPr>
              <a:t> responsable</a:t>
            </a:r>
            <a:endParaRPr/>
          </a:p>
          <a:p>
            <a:pPr indent="0" lvl="0" marL="0" marR="0" rtl="0" algn="r">
              <a:spcBef>
                <a:spcPts val="0"/>
              </a:spcBef>
              <a:spcAft>
                <a:spcPts val="0"/>
              </a:spcAft>
              <a:buNone/>
            </a:pPr>
            <a:r>
              <a:rPr lang="fr-FR" sz="1200">
                <a:solidFill>
                  <a:schemeClr val="dk1"/>
                </a:solidFill>
                <a:latin typeface="Calibri"/>
                <a:ea typeface="Calibri"/>
                <a:cs typeface="Calibri"/>
                <a:sym typeface="Calibri"/>
              </a:rPr>
              <a:t>       1 renfort et  3 options Éco</a:t>
            </a:r>
            <a:endParaRPr b="1" sz="1600">
              <a:solidFill>
                <a:schemeClr val="dk1"/>
              </a:solidFill>
              <a:latin typeface="Calibri"/>
              <a:ea typeface="Calibri"/>
              <a:cs typeface="Calibri"/>
              <a:sym typeface="Calibri"/>
            </a:endParaRPr>
          </a:p>
          <a:p>
            <a:pPr indent="0" lvl="0" marL="0" marR="0" rtl="0" algn="r">
              <a:spcBef>
                <a:spcPts val="0"/>
              </a:spcBef>
              <a:spcAft>
                <a:spcPts val="0"/>
              </a:spcAft>
              <a:buNone/>
            </a:pPr>
            <a:r>
              <a:t/>
            </a:r>
            <a:endParaRPr b="1" sz="1600">
              <a:solidFill>
                <a:schemeClr val="dk1"/>
              </a:solidFill>
              <a:latin typeface="Calibri"/>
              <a:ea typeface="Calibri"/>
              <a:cs typeface="Calibri"/>
              <a:sym typeface="Calibri"/>
            </a:endParaRPr>
          </a:p>
          <a:p>
            <a:pPr indent="0" lvl="0" marL="0" marR="0" rtl="0" algn="r">
              <a:spcBef>
                <a:spcPts val="0"/>
              </a:spcBef>
              <a:spcAft>
                <a:spcPts val="0"/>
              </a:spcAft>
              <a:buNone/>
            </a:pPr>
            <a:r>
              <a:t/>
            </a:r>
            <a:endParaRPr b="1" sz="1600">
              <a:solidFill>
                <a:schemeClr val="dk1"/>
              </a:solidFill>
              <a:latin typeface="Calibri"/>
              <a:ea typeface="Calibri"/>
              <a:cs typeface="Calibri"/>
              <a:sym typeface="Calibri"/>
            </a:endParaRPr>
          </a:p>
        </p:txBody>
      </p:sp>
      <p:grpSp>
        <p:nvGrpSpPr>
          <p:cNvPr id="91" name="Google Shape;91;p14"/>
          <p:cNvGrpSpPr/>
          <p:nvPr/>
        </p:nvGrpSpPr>
        <p:grpSpPr>
          <a:xfrm>
            <a:off x="2045763" y="1495981"/>
            <a:ext cx="976837" cy="1010393"/>
            <a:chOff x="2109263" y="1465142"/>
            <a:chExt cx="976837" cy="1010393"/>
          </a:xfrm>
        </p:grpSpPr>
        <p:sp>
          <p:nvSpPr>
            <p:cNvPr id="92" name="Google Shape;92;p14"/>
            <p:cNvSpPr/>
            <p:nvPr/>
          </p:nvSpPr>
          <p:spPr>
            <a:xfrm>
              <a:off x="2109263" y="1465142"/>
              <a:ext cx="976837" cy="1010393"/>
            </a:xfrm>
            <a:prstGeom prst="ellipse">
              <a:avLst/>
            </a:prstGeom>
            <a:solidFill>
              <a:schemeClr val="lt1"/>
            </a:solidFill>
            <a:ln cap="flat" cmpd="sng" w="254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sz="2800">
                <a:solidFill>
                  <a:schemeClr val="dk1"/>
                </a:solidFill>
                <a:latin typeface="Calibri"/>
                <a:ea typeface="Calibri"/>
                <a:cs typeface="Calibri"/>
                <a:sym typeface="Calibri"/>
              </a:endParaRPr>
            </a:p>
          </p:txBody>
        </p:sp>
        <p:pic>
          <p:nvPicPr>
            <p:cNvPr descr="Modèle Logo Santé Et Forme Physique Logo Médical | PosterMyWall" id="93" name="Google Shape;93;p14"/>
            <p:cNvPicPr preferRelativeResize="0"/>
            <p:nvPr/>
          </p:nvPicPr>
          <p:blipFill rotWithShape="1">
            <a:blip r:embed="rId3">
              <a:alphaModFix/>
            </a:blip>
            <a:srcRect b="24816" l="23299" r="27063" t="11936"/>
            <a:stretch/>
          </p:blipFill>
          <p:spPr>
            <a:xfrm>
              <a:off x="2311520" y="1585367"/>
              <a:ext cx="596138" cy="759582"/>
            </a:xfrm>
            <a:prstGeom prst="rect">
              <a:avLst/>
            </a:prstGeom>
            <a:noFill/>
            <a:ln>
              <a:noFill/>
            </a:ln>
          </p:spPr>
        </p:pic>
      </p:grpSp>
      <p:sp>
        <p:nvSpPr>
          <p:cNvPr id="94" name="Google Shape;94;p14"/>
          <p:cNvSpPr/>
          <p:nvPr/>
        </p:nvSpPr>
        <p:spPr>
          <a:xfrm>
            <a:off x="-4107550" y="953182"/>
            <a:ext cx="6446849" cy="8404797"/>
          </a:xfrm>
          <a:prstGeom prst="ellipse">
            <a:avLst/>
          </a:prstGeom>
          <a:solidFill>
            <a:schemeClr val="lt1"/>
          </a:solidFill>
          <a:ln cap="flat" cmpd="sng" w="254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sz="2800">
              <a:solidFill>
                <a:schemeClr val="dk1"/>
              </a:solidFill>
              <a:latin typeface="Calibri"/>
              <a:ea typeface="Calibri"/>
              <a:cs typeface="Calibri"/>
              <a:sym typeface="Calibri"/>
            </a:endParaRPr>
          </a:p>
        </p:txBody>
      </p:sp>
      <p:sp>
        <p:nvSpPr>
          <p:cNvPr id="95" name="Google Shape;95;p14"/>
          <p:cNvSpPr/>
          <p:nvPr/>
        </p:nvSpPr>
        <p:spPr>
          <a:xfrm>
            <a:off x="-240074" y="2351314"/>
            <a:ext cx="2488094" cy="5506457"/>
          </a:xfrm>
          <a:prstGeom prst="ellipse">
            <a:avLst/>
          </a:prstGeom>
          <a:solidFill>
            <a:schemeClr val="lt1"/>
          </a:solidFill>
          <a:ln cap="flat" cmpd="sng" w="254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3200">
                <a:solidFill>
                  <a:schemeClr val="dk1"/>
                </a:solidFill>
                <a:latin typeface="Calibri"/>
                <a:ea typeface="Calibri"/>
                <a:cs typeface="Calibri"/>
                <a:sym typeface="Calibri"/>
              </a:rPr>
              <a:t>Une </a:t>
            </a:r>
            <a:endParaRPr/>
          </a:p>
          <a:p>
            <a:pPr indent="0" lvl="0" marL="0" marR="0" rtl="0" algn="ctr">
              <a:spcBef>
                <a:spcPts val="0"/>
              </a:spcBef>
              <a:spcAft>
                <a:spcPts val="0"/>
              </a:spcAft>
              <a:buNone/>
            </a:pPr>
            <a:r>
              <a:rPr b="1" lang="fr-FR" sz="3200">
                <a:solidFill>
                  <a:schemeClr val="dk1"/>
                </a:solidFill>
                <a:latin typeface="Calibri"/>
                <a:ea typeface="Calibri"/>
                <a:cs typeface="Calibri"/>
                <a:sym typeface="Calibri"/>
              </a:rPr>
              <a:t>solution intégrale </a:t>
            </a:r>
            <a:r>
              <a:rPr b="1" lang="fr-FR" sz="1800">
                <a:solidFill>
                  <a:schemeClr val="dk1"/>
                </a:solidFill>
                <a:latin typeface="Calibri"/>
                <a:ea typeface="Calibri"/>
                <a:cs typeface="Calibri"/>
                <a:sym typeface="Calibri"/>
              </a:rPr>
              <a:t>Pour </a:t>
            </a:r>
            <a:endParaRPr/>
          </a:p>
          <a:p>
            <a:pPr indent="0" lvl="0" marL="0" marR="0" rtl="0" algn="ctr">
              <a:spcBef>
                <a:spcPts val="0"/>
              </a:spcBef>
              <a:spcAft>
                <a:spcPts val="0"/>
              </a:spcAft>
              <a:buNone/>
            </a:pPr>
            <a:r>
              <a:rPr b="1" lang="fr-FR" sz="1800">
                <a:solidFill>
                  <a:schemeClr val="dk1"/>
                </a:solidFill>
                <a:latin typeface="Calibri"/>
                <a:ea typeface="Calibri"/>
                <a:cs typeface="Calibri"/>
                <a:sym typeface="Calibri"/>
              </a:rPr>
              <a:t>les 18-90 ans </a:t>
            </a:r>
            <a:endParaRPr/>
          </a:p>
        </p:txBody>
      </p:sp>
      <p:grpSp>
        <p:nvGrpSpPr>
          <p:cNvPr id="96" name="Google Shape;96;p14"/>
          <p:cNvGrpSpPr/>
          <p:nvPr/>
        </p:nvGrpSpPr>
        <p:grpSpPr>
          <a:xfrm>
            <a:off x="2687649" y="5275701"/>
            <a:ext cx="3759200" cy="1463934"/>
            <a:chOff x="2841625" y="4500433"/>
            <a:chExt cx="3759200" cy="1463934"/>
          </a:xfrm>
        </p:grpSpPr>
        <p:sp>
          <p:nvSpPr>
            <p:cNvPr id="97" name="Google Shape;97;p14"/>
            <p:cNvSpPr/>
            <p:nvPr/>
          </p:nvSpPr>
          <p:spPr>
            <a:xfrm>
              <a:off x="2841625" y="4500433"/>
              <a:ext cx="3759200" cy="1463934"/>
            </a:xfrm>
            <a:prstGeom prst="roundRect">
              <a:avLst>
                <a:gd fmla="val 16667" name="adj"/>
              </a:avLst>
            </a:prstGeom>
            <a:solidFill>
              <a:schemeClr val="lt1"/>
            </a:solidFill>
            <a:ln cap="flat" cmpd="sng" w="254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rPr b="1" lang="fr-FR" sz="2000">
                  <a:solidFill>
                    <a:srgbClr val="2F5496"/>
                  </a:solidFill>
                  <a:latin typeface="Calibri"/>
                  <a:ea typeface="Calibri"/>
                  <a:cs typeface="Calibri"/>
                  <a:sym typeface="Calibri"/>
                </a:rPr>
                <a:t>   Un Tiers payant</a:t>
              </a:r>
              <a:endParaRPr/>
            </a:p>
            <a:p>
              <a:pPr indent="0" lvl="0" marL="0" marR="0" rtl="0" algn="l">
                <a:spcBef>
                  <a:spcPts val="0"/>
                </a:spcBef>
                <a:spcAft>
                  <a:spcPts val="0"/>
                </a:spcAft>
                <a:buNone/>
              </a:pPr>
              <a:r>
                <a:rPr b="1" lang="fr-FR" sz="16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fr-FR" sz="1600">
                  <a:solidFill>
                    <a:schemeClr val="dk1"/>
                  </a:solidFill>
                  <a:latin typeface="Calibri"/>
                  <a:ea typeface="Calibri"/>
                  <a:cs typeface="Calibri"/>
                  <a:sym typeface="Calibri"/>
                </a:rPr>
                <a:t>                                         </a:t>
              </a:r>
              <a:endParaRPr/>
            </a:p>
            <a:p>
              <a:pPr indent="0" lvl="0" marL="0" marR="0" rtl="0" algn="ctr">
                <a:spcBef>
                  <a:spcPts val="0"/>
                </a:spcBef>
                <a:spcAft>
                  <a:spcPts val="0"/>
                </a:spcAft>
                <a:buNone/>
              </a:pPr>
              <a:r>
                <a:rPr lang="fr-FR" sz="1400">
                  <a:solidFill>
                    <a:schemeClr val="dk1"/>
                  </a:solidFill>
                  <a:latin typeface="Calibri"/>
                  <a:ea typeface="Calibri"/>
                  <a:cs typeface="Calibri"/>
                  <a:sym typeface="Calibri"/>
                </a:rPr>
                <a:t>  </a:t>
              </a:r>
              <a:endParaRPr/>
            </a:p>
            <a:p>
              <a:pPr indent="0" lvl="0" marL="0" marR="0" rtl="0" algn="r">
                <a:spcBef>
                  <a:spcPts val="0"/>
                </a:spcBef>
                <a:spcAft>
                  <a:spcPts val="0"/>
                </a:spcAft>
                <a:buNone/>
              </a:pPr>
              <a:r>
                <a:rPr lang="fr-FR" sz="1200">
                  <a:solidFill>
                    <a:schemeClr val="dk1"/>
                  </a:solidFill>
                  <a:latin typeface="Calibri"/>
                  <a:ea typeface="Calibri"/>
                  <a:cs typeface="Calibri"/>
                  <a:sym typeface="Calibri"/>
                </a:rPr>
                <a:t>                   Un tiers payant national, qui vous évite d’avancer les frais médicaux.</a:t>
              </a:r>
              <a:endParaRPr/>
            </a:p>
          </p:txBody>
        </p:sp>
        <p:grpSp>
          <p:nvGrpSpPr>
            <p:cNvPr id="98" name="Google Shape;98;p14"/>
            <p:cNvGrpSpPr/>
            <p:nvPr/>
          </p:nvGrpSpPr>
          <p:grpSpPr>
            <a:xfrm>
              <a:off x="2911326" y="4743824"/>
              <a:ext cx="976837" cy="1010393"/>
              <a:chOff x="2693612" y="4712978"/>
              <a:chExt cx="976837" cy="1010393"/>
            </a:xfrm>
          </p:grpSpPr>
          <p:sp>
            <p:nvSpPr>
              <p:cNvPr id="99" name="Google Shape;99;p14"/>
              <p:cNvSpPr/>
              <p:nvPr/>
            </p:nvSpPr>
            <p:spPr>
              <a:xfrm>
                <a:off x="2693612" y="4712978"/>
                <a:ext cx="976837" cy="1010393"/>
              </a:xfrm>
              <a:prstGeom prst="ellipse">
                <a:avLst/>
              </a:prstGeom>
              <a:solidFill>
                <a:schemeClr val="lt1"/>
              </a:solidFill>
              <a:ln cap="flat" cmpd="sng" w="254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sz="2800">
                  <a:solidFill>
                    <a:schemeClr val="dk1"/>
                  </a:solidFill>
                  <a:latin typeface="Calibri"/>
                  <a:ea typeface="Calibri"/>
                  <a:cs typeface="Calibri"/>
                  <a:sym typeface="Calibri"/>
                </a:endParaRPr>
              </a:p>
            </p:txBody>
          </p:sp>
          <p:pic>
            <p:nvPicPr>
              <p:cNvPr descr="Tiers payant : qu'est-ce que c'est et comment l'obtenir ?" id="100" name="Google Shape;100;p14"/>
              <p:cNvPicPr preferRelativeResize="0"/>
              <p:nvPr/>
            </p:nvPicPr>
            <p:blipFill rotWithShape="1">
              <a:blip r:embed="rId4">
                <a:alphaModFix/>
              </a:blip>
              <a:srcRect b="4848" l="19237" r="29792" t="4849"/>
              <a:stretch/>
            </p:blipFill>
            <p:spPr>
              <a:xfrm>
                <a:off x="2862942" y="4910684"/>
                <a:ext cx="638175" cy="596045"/>
              </a:xfrm>
              <a:prstGeom prst="rect">
                <a:avLst/>
              </a:prstGeom>
              <a:noFill/>
              <a:ln>
                <a:noFill/>
              </a:ln>
            </p:spPr>
          </p:pic>
        </p:grpSp>
        <p:pic>
          <p:nvPicPr>
            <p:cNvPr id="101" name="Google Shape;101;p14">
              <a:hlinkClick r:id="rId5"/>
            </p:cNvPr>
            <p:cNvPicPr preferRelativeResize="0"/>
            <p:nvPr/>
          </p:nvPicPr>
          <p:blipFill rotWithShape="1">
            <a:blip r:embed="rId6">
              <a:alphaModFix/>
            </a:blip>
            <a:srcRect b="0" l="0" r="0" t="0"/>
            <a:stretch/>
          </p:blipFill>
          <p:spPr>
            <a:xfrm>
              <a:off x="4779463" y="4884143"/>
              <a:ext cx="1607012" cy="653432"/>
            </a:xfrm>
            <a:prstGeom prst="rect">
              <a:avLst/>
            </a:prstGeom>
            <a:noFill/>
            <a:ln>
              <a:noFill/>
            </a:ln>
          </p:spPr>
        </p:pic>
      </p:grpSp>
      <p:grpSp>
        <p:nvGrpSpPr>
          <p:cNvPr id="102" name="Google Shape;102;p14"/>
          <p:cNvGrpSpPr/>
          <p:nvPr/>
        </p:nvGrpSpPr>
        <p:grpSpPr>
          <a:xfrm>
            <a:off x="2045763" y="7369195"/>
            <a:ext cx="3759200" cy="1463934"/>
            <a:chOff x="2463800" y="6116167"/>
            <a:chExt cx="3759200" cy="1463934"/>
          </a:xfrm>
        </p:grpSpPr>
        <p:sp>
          <p:nvSpPr>
            <p:cNvPr id="103" name="Google Shape;103;p14"/>
            <p:cNvSpPr/>
            <p:nvPr/>
          </p:nvSpPr>
          <p:spPr>
            <a:xfrm>
              <a:off x="2463800" y="6116167"/>
              <a:ext cx="3759200" cy="1463934"/>
            </a:xfrm>
            <a:prstGeom prst="roundRect">
              <a:avLst>
                <a:gd fmla="val 16667" name="adj"/>
              </a:avLst>
            </a:prstGeom>
            <a:solidFill>
              <a:schemeClr val="lt1"/>
            </a:solidFill>
            <a:ln cap="flat" cmpd="sng" w="254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rPr b="1" lang="fr-FR" sz="2000">
                  <a:solidFill>
                    <a:schemeClr val="dk1"/>
                  </a:solidFill>
                  <a:latin typeface="Calibri"/>
                  <a:ea typeface="Calibri"/>
                  <a:cs typeface="Calibri"/>
                  <a:sym typeface="Calibri"/>
                </a:rPr>
                <a:t>        </a:t>
              </a:r>
              <a:r>
                <a:rPr b="1" lang="fr-FR" sz="2000">
                  <a:solidFill>
                    <a:srgbClr val="2F5496"/>
                  </a:solidFill>
                  <a:latin typeface="Calibri"/>
                  <a:ea typeface="Calibri"/>
                  <a:cs typeface="Calibri"/>
                  <a:sym typeface="Calibri"/>
                </a:rPr>
                <a:t>Une assistance </a:t>
              </a:r>
              <a:endParaRPr/>
            </a:p>
            <a:p>
              <a:pPr indent="0" lvl="0" marL="0" marR="0" rtl="0" algn="l">
                <a:spcBef>
                  <a:spcPts val="0"/>
                </a:spcBef>
                <a:spcAft>
                  <a:spcPts val="0"/>
                </a:spcAft>
                <a:buNone/>
              </a:pPr>
              <a:r>
                <a:rPr b="1" lang="fr-FR" sz="16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fr-FR" sz="1600">
                  <a:solidFill>
                    <a:schemeClr val="dk1"/>
                  </a:solidFill>
                  <a:latin typeface="Calibri"/>
                  <a:ea typeface="Calibri"/>
                  <a:cs typeface="Calibri"/>
                  <a:sym typeface="Calibri"/>
                </a:rPr>
                <a:t>                                           </a:t>
              </a:r>
              <a:endParaRPr/>
            </a:p>
            <a:p>
              <a:pPr indent="0" lvl="0" marL="0" marR="0" rtl="0" algn="r">
                <a:spcBef>
                  <a:spcPts val="0"/>
                </a:spcBef>
                <a:spcAft>
                  <a:spcPts val="0"/>
                </a:spcAft>
                <a:buNone/>
              </a:pPr>
              <a:r>
                <a:t/>
              </a:r>
              <a:endParaRPr b="1" sz="1400">
                <a:solidFill>
                  <a:schemeClr val="dk1"/>
                </a:solidFill>
                <a:latin typeface="Calibri"/>
                <a:ea typeface="Calibri"/>
                <a:cs typeface="Calibri"/>
                <a:sym typeface="Calibri"/>
              </a:endParaRPr>
            </a:p>
            <a:p>
              <a:pPr indent="0" lvl="0" marL="0" marR="0" rtl="0" algn="r">
                <a:spcBef>
                  <a:spcPts val="0"/>
                </a:spcBef>
                <a:spcAft>
                  <a:spcPts val="0"/>
                </a:spcAft>
                <a:buNone/>
              </a:pPr>
              <a:r>
                <a:rPr lang="fr-FR" sz="1600">
                  <a:solidFill>
                    <a:schemeClr val="dk1"/>
                  </a:solidFill>
                  <a:latin typeface="Calibri"/>
                  <a:ea typeface="Calibri"/>
                  <a:cs typeface="Calibri"/>
                  <a:sym typeface="Calibri"/>
                </a:rPr>
                <a:t>                </a:t>
              </a:r>
              <a:r>
                <a:rPr lang="fr-FR" sz="1200">
                  <a:solidFill>
                    <a:schemeClr val="dk1"/>
                  </a:solidFill>
                  <a:latin typeface="Calibri"/>
                  <a:ea typeface="Calibri"/>
                  <a:cs typeface="Calibri"/>
                  <a:sym typeface="Calibri"/>
                </a:rPr>
                <a:t>Une service haut de gamme 24h/24, 7j/7 pour vous accompagner en cas de coup dur</a:t>
              </a:r>
              <a:endParaRPr b="1" sz="1600">
                <a:solidFill>
                  <a:schemeClr val="dk1"/>
                </a:solidFill>
                <a:latin typeface="Calibri"/>
                <a:ea typeface="Calibri"/>
                <a:cs typeface="Calibri"/>
                <a:sym typeface="Calibri"/>
              </a:endParaRPr>
            </a:p>
          </p:txBody>
        </p:sp>
        <p:grpSp>
          <p:nvGrpSpPr>
            <p:cNvPr id="104" name="Google Shape;104;p14"/>
            <p:cNvGrpSpPr/>
            <p:nvPr/>
          </p:nvGrpSpPr>
          <p:grpSpPr>
            <a:xfrm>
              <a:off x="2544746" y="6360928"/>
              <a:ext cx="976837" cy="1010393"/>
              <a:chOff x="2566518" y="6340968"/>
              <a:chExt cx="976837" cy="1010393"/>
            </a:xfrm>
          </p:grpSpPr>
          <p:sp>
            <p:nvSpPr>
              <p:cNvPr id="105" name="Google Shape;105;p14"/>
              <p:cNvSpPr/>
              <p:nvPr/>
            </p:nvSpPr>
            <p:spPr>
              <a:xfrm>
                <a:off x="2566518" y="6340968"/>
                <a:ext cx="976837" cy="1010393"/>
              </a:xfrm>
              <a:prstGeom prst="ellipse">
                <a:avLst/>
              </a:prstGeom>
              <a:solidFill>
                <a:schemeClr val="lt1"/>
              </a:solidFill>
              <a:ln cap="flat" cmpd="sng" w="254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sz="2800">
                  <a:solidFill>
                    <a:schemeClr val="dk1"/>
                  </a:solidFill>
                  <a:latin typeface="Calibri"/>
                  <a:ea typeface="Calibri"/>
                  <a:cs typeface="Calibri"/>
                  <a:sym typeface="Calibri"/>
                </a:endParaRPr>
              </a:p>
            </p:txBody>
          </p:sp>
          <p:pic>
            <p:nvPicPr>
              <p:cNvPr descr="Assistance and protection logo work people sign Vector Image" id="106" name="Google Shape;106;p14"/>
              <p:cNvPicPr preferRelativeResize="0"/>
              <p:nvPr/>
            </p:nvPicPr>
            <p:blipFill rotWithShape="1">
              <a:blip r:embed="rId7">
                <a:alphaModFix/>
              </a:blip>
              <a:srcRect b="31895" l="20105" r="19154" t="9307"/>
              <a:stretch/>
            </p:blipFill>
            <p:spPr>
              <a:xfrm>
                <a:off x="2781449" y="6523581"/>
                <a:ext cx="577433" cy="603735"/>
              </a:xfrm>
              <a:prstGeom prst="rect">
                <a:avLst/>
              </a:prstGeom>
              <a:noFill/>
              <a:ln>
                <a:noFill/>
              </a:ln>
            </p:spPr>
          </p:pic>
        </p:grpSp>
        <p:pic>
          <p:nvPicPr>
            <p:cNvPr descr="Mondial" id="107" name="Google Shape;107;p14">
              <a:hlinkClick r:id="rId8"/>
            </p:cNvPr>
            <p:cNvPicPr preferRelativeResize="0"/>
            <p:nvPr/>
          </p:nvPicPr>
          <p:blipFill rotWithShape="1">
            <a:blip r:embed="rId9">
              <a:alphaModFix/>
            </a:blip>
            <a:srcRect b="7096" l="5390" r="5199" t="6452"/>
            <a:stretch/>
          </p:blipFill>
          <p:spPr>
            <a:xfrm>
              <a:off x="4583484" y="6421371"/>
              <a:ext cx="1387521" cy="696620"/>
            </a:xfrm>
            <a:prstGeom prst="rect">
              <a:avLst/>
            </a:prstGeom>
            <a:noFill/>
            <a:ln>
              <a:noFill/>
            </a:ln>
          </p:spPr>
        </p:pic>
      </p:grpSp>
      <p:grpSp>
        <p:nvGrpSpPr>
          <p:cNvPr id="108" name="Google Shape;108;p14"/>
          <p:cNvGrpSpPr/>
          <p:nvPr/>
        </p:nvGrpSpPr>
        <p:grpSpPr>
          <a:xfrm>
            <a:off x="101600" y="50152"/>
            <a:ext cx="6686550" cy="746301"/>
            <a:chOff x="101600" y="50152"/>
            <a:chExt cx="6686550" cy="746301"/>
          </a:xfrm>
        </p:grpSpPr>
        <p:grpSp>
          <p:nvGrpSpPr>
            <p:cNvPr id="109" name="Google Shape;109;p14"/>
            <p:cNvGrpSpPr/>
            <p:nvPr/>
          </p:nvGrpSpPr>
          <p:grpSpPr>
            <a:xfrm>
              <a:off x="101600" y="93434"/>
              <a:ext cx="6686550" cy="628650"/>
              <a:chOff x="101600" y="93434"/>
              <a:chExt cx="6686550" cy="628650"/>
            </a:xfrm>
          </p:grpSpPr>
          <p:sp>
            <p:nvSpPr>
              <p:cNvPr id="110" name="Google Shape;110;p14"/>
              <p:cNvSpPr/>
              <p:nvPr/>
            </p:nvSpPr>
            <p:spPr>
              <a:xfrm>
                <a:off x="101600" y="93434"/>
                <a:ext cx="6686550" cy="628650"/>
              </a:xfrm>
              <a:prstGeom prst="roundRect">
                <a:avLst>
                  <a:gd fmla="val 16667" name="adj"/>
                </a:avLst>
              </a:prstGeom>
              <a:solidFill>
                <a:schemeClr val="lt1"/>
              </a:solidFill>
              <a:ln cap="flat" cmpd="sng" w="4445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fr-FR" sz="1800">
                    <a:solidFill>
                      <a:schemeClr val="dk1"/>
                    </a:solidFill>
                    <a:latin typeface="Calibri"/>
                    <a:ea typeface="Calibri"/>
                    <a:cs typeface="Calibri"/>
                    <a:sym typeface="Calibri"/>
                  </a:rPr>
                  <a:t>       Liberté   by                                      assuré par                                 </a:t>
                </a:r>
                <a:endParaRPr/>
              </a:p>
            </p:txBody>
          </p:sp>
          <p:pic>
            <p:nvPicPr>
              <p:cNvPr id="111" name="Google Shape;111;p14"/>
              <p:cNvPicPr preferRelativeResize="0"/>
              <p:nvPr/>
            </p:nvPicPr>
            <p:blipFill rotWithShape="1">
              <a:blip r:embed="rId10">
                <a:alphaModFix/>
              </a:blip>
              <a:srcRect b="59918" l="64046" r="10153" t="26807"/>
              <a:stretch/>
            </p:blipFill>
            <p:spPr>
              <a:xfrm>
                <a:off x="2040425" y="146328"/>
                <a:ext cx="912258" cy="520958"/>
              </a:xfrm>
              <a:prstGeom prst="rect">
                <a:avLst/>
              </a:prstGeom>
              <a:noFill/>
              <a:ln>
                <a:noFill/>
              </a:ln>
            </p:spPr>
          </p:pic>
        </p:grpSp>
        <p:pic>
          <p:nvPicPr>
            <p:cNvPr descr="Animaux Santé | Mutuelle Animaux" id="112" name="Google Shape;112;p14"/>
            <p:cNvPicPr preferRelativeResize="0"/>
            <p:nvPr/>
          </p:nvPicPr>
          <p:blipFill rotWithShape="1">
            <a:blip r:embed="rId11">
              <a:alphaModFix/>
            </a:blip>
            <a:srcRect b="0" l="0" r="0" t="0"/>
            <a:stretch/>
          </p:blipFill>
          <p:spPr>
            <a:xfrm>
              <a:off x="4772456" y="50152"/>
              <a:ext cx="1931603" cy="746301"/>
            </a:xfrm>
            <a:prstGeom prst="rect">
              <a:avLst/>
            </a:prstGeom>
            <a:noFill/>
            <a:ln>
              <a:noFill/>
            </a:ln>
          </p:spPr>
        </p:pic>
      </p:grpSp>
      <p:pic>
        <p:nvPicPr>
          <p:cNvPr descr="Animaux Santé | Mutuelle Animaux" id="113" name="Google Shape;113;p14"/>
          <p:cNvPicPr preferRelativeResize="0"/>
          <p:nvPr/>
        </p:nvPicPr>
        <p:blipFill rotWithShape="1">
          <a:blip r:embed="rId11">
            <a:alphaModFix/>
          </a:blip>
          <a:srcRect b="0" l="0" r="0" t="0"/>
          <a:stretch/>
        </p:blipFill>
        <p:spPr>
          <a:xfrm>
            <a:off x="3958653" y="1630824"/>
            <a:ext cx="1627605" cy="628847"/>
          </a:xfrm>
          <a:prstGeom prst="rect">
            <a:avLst/>
          </a:prstGeom>
          <a:noFill/>
          <a:ln>
            <a:noFill/>
          </a:ln>
        </p:spPr>
      </p:pic>
      <p:sp>
        <p:nvSpPr>
          <p:cNvPr id="114" name="Google Shape;114;p14"/>
          <p:cNvSpPr/>
          <p:nvPr/>
        </p:nvSpPr>
        <p:spPr>
          <a:xfrm>
            <a:off x="2596370" y="3267132"/>
            <a:ext cx="3759200" cy="1463934"/>
          </a:xfrm>
          <a:prstGeom prst="roundRect">
            <a:avLst>
              <a:gd fmla="val 16667" name="adj"/>
            </a:avLst>
          </a:prstGeom>
          <a:solidFill>
            <a:schemeClr val="lt1"/>
          </a:solidFill>
          <a:ln cap="flat" cmpd="sng" w="254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rPr b="1" lang="fr-FR" sz="1600" u="none">
                <a:solidFill>
                  <a:schemeClr val="dk1"/>
                </a:solidFill>
                <a:latin typeface="Calibri"/>
                <a:ea typeface="Calibri"/>
                <a:cs typeface="Calibri"/>
                <a:sym typeface="Calibri"/>
              </a:rPr>
              <a:t>           </a:t>
            </a:r>
            <a:r>
              <a:rPr b="1" lang="fr-FR" sz="2000" u="none">
                <a:solidFill>
                  <a:srgbClr val="2F5496"/>
                </a:solidFill>
                <a:latin typeface="Calibri"/>
                <a:ea typeface="Calibri"/>
                <a:cs typeface="Calibri"/>
                <a:sym typeface="Calibri"/>
              </a:rPr>
              <a:t>Un Réseau de soins</a:t>
            </a:r>
            <a:endParaRPr/>
          </a:p>
          <a:p>
            <a:pPr indent="0" lvl="0" marL="0" marR="0" rtl="0" algn="l">
              <a:spcBef>
                <a:spcPts val="0"/>
              </a:spcBef>
              <a:spcAft>
                <a:spcPts val="0"/>
              </a:spcAft>
              <a:buNone/>
            </a:pPr>
            <a:r>
              <a:rPr b="1" lang="fr-FR" sz="1600" u="none">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fr-FR" sz="1600" u="none">
                <a:solidFill>
                  <a:schemeClr val="dk1"/>
                </a:solidFill>
                <a:latin typeface="Calibri"/>
                <a:ea typeface="Calibri"/>
                <a:cs typeface="Calibri"/>
                <a:sym typeface="Calibri"/>
              </a:rPr>
              <a:t>                                       </a:t>
            </a:r>
            <a:endParaRPr/>
          </a:p>
          <a:p>
            <a:pPr indent="0" lvl="0" marL="0" marR="0" rtl="0" algn="r">
              <a:spcBef>
                <a:spcPts val="0"/>
              </a:spcBef>
              <a:spcAft>
                <a:spcPts val="0"/>
              </a:spcAft>
              <a:buNone/>
            </a:pPr>
            <a:r>
              <a:t/>
            </a:r>
            <a:endParaRPr b="0" sz="1200" u="none">
              <a:solidFill>
                <a:schemeClr val="dk1"/>
              </a:solidFill>
              <a:latin typeface="Calibri"/>
              <a:ea typeface="Calibri"/>
              <a:cs typeface="Calibri"/>
              <a:sym typeface="Calibri"/>
            </a:endParaRPr>
          </a:p>
          <a:p>
            <a:pPr indent="0" lvl="0" marL="0" marR="0" rtl="0" algn="r">
              <a:spcBef>
                <a:spcPts val="0"/>
              </a:spcBef>
              <a:spcAft>
                <a:spcPts val="0"/>
              </a:spcAft>
              <a:buNone/>
            </a:pPr>
            <a:r>
              <a:rPr b="0" lang="fr-FR" sz="1200" u="none">
                <a:solidFill>
                  <a:schemeClr val="dk1"/>
                </a:solidFill>
                <a:latin typeface="Calibri"/>
                <a:ea typeface="Calibri"/>
                <a:cs typeface="Calibri"/>
                <a:sym typeface="Calibri"/>
              </a:rPr>
              <a:t>plus de 220 000 professionnels adhérents qui proposent des tarifs négociés pour les bénéficiaires</a:t>
            </a:r>
            <a:endParaRPr/>
          </a:p>
        </p:txBody>
      </p:sp>
      <p:grpSp>
        <p:nvGrpSpPr>
          <p:cNvPr id="115" name="Google Shape;115;p14"/>
          <p:cNvGrpSpPr/>
          <p:nvPr/>
        </p:nvGrpSpPr>
        <p:grpSpPr>
          <a:xfrm>
            <a:off x="2657455" y="3406908"/>
            <a:ext cx="976837" cy="1010393"/>
            <a:chOff x="2548471" y="3049424"/>
            <a:chExt cx="976837" cy="1010393"/>
          </a:xfrm>
        </p:grpSpPr>
        <p:sp>
          <p:nvSpPr>
            <p:cNvPr id="116" name="Google Shape;116;p14"/>
            <p:cNvSpPr/>
            <p:nvPr/>
          </p:nvSpPr>
          <p:spPr>
            <a:xfrm>
              <a:off x="2548471" y="3049424"/>
              <a:ext cx="976837" cy="1010393"/>
            </a:xfrm>
            <a:prstGeom prst="ellipse">
              <a:avLst/>
            </a:prstGeom>
            <a:solidFill>
              <a:schemeClr val="lt1"/>
            </a:solidFill>
            <a:ln cap="flat" cmpd="sng" w="254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sz="2800" u="none">
                <a:solidFill>
                  <a:schemeClr val="dk1"/>
                </a:solidFill>
                <a:latin typeface="Calibri"/>
                <a:ea typeface="Calibri"/>
                <a:cs typeface="Calibri"/>
                <a:sym typeface="Calibri"/>
              </a:endParaRPr>
            </a:p>
          </p:txBody>
        </p:sp>
        <p:pic>
          <p:nvPicPr>
            <p:cNvPr descr="Réseaux de soins et de professionnels - Uneoreilleavertie.com" id="117" name="Google Shape;117;p14"/>
            <p:cNvPicPr preferRelativeResize="0"/>
            <p:nvPr/>
          </p:nvPicPr>
          <p:blipFill rotWithShape="1">
            <a:blip r:embed="rId12">
              <a:alphaModFix/>
            </a:blip>
            <a:srcRect b="17480" l="6110" r="8264" t="12370"/>
            <a:stretch/>
          </p:blipFill>
          <p:spPr>
            <a:xfrm>
              <a:off x="2693612" y="3280574"/>
              <a:ext cx="670266" cy="577197"/>
            </a:xfrm>
            <a:prstGeom prst="rect">
              <a:avLst/>
            </a:prstGeom>
            <a:noFill/>
            <a:ln>
              <a:noFill/>
            </a:ln>
          </p:spPr>
        </p:pic>
      </p:grpSp>
      <p:pic>
        <p:nvPicPr>
          <p:cNvPr id="118" name="Google Shape;118;p14">
            <a:hlinkClick r:id="rId13"/>
          </p:cNvPr>
          <p:cNvPicPr preferRelativeResize="0"/>
          <p:nvPr/>
        </p:nvPicPr>
        <p:blipFill rotWithShape="1">
          <a:blip r:embed="rId14">
            <a:alphaModFix/>
          </a:blip>
          <a:srcRect b="0" l="0" r="0" t="0"/>
          <a:stretch/>
        </p:blipFill>
        <p:spPr>
          <a:xfrm>
            <a:off x="4709692" y="3599036"/>
            <a:ext cx="754634" cy="71883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5"/>
          <p:cNvSpPr/>
          <p:nvPr/>
        </p:nvSpPr>
        <p:spPr>
          <a:xfrm>
            <a:off x="348343" y="2133601"/>
            <a:ext cx="6198508" cy="798285"/>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Formules renforcées ou recentrées sur les</a:t>
            </a:r>
            <a:endParaRPr/>
          </a:p>
          <a:p>
            <a:pPr indent="0" lvl="0" marL="0" marR="0" rtl="0" algn="ctr">
              <a:spcBef>
                <a:spcPts val="0"/>
              </a:spcBef>
              <a:spcAft>
                <a:spcPts val="0"/>
              </a:spcAft>
              <a:buNone/>
            </a:pPr>
            <a:r>
              <a:rPr b="1" lang="fr-FR" sz="1800">
                <a:solidFill>
                  <a:schemeClr val="lt1"/>
                </a:solidFill>
                <a:latin typeface="Calibri"/>
                <a:ea typeface="Calibri"/>
                <a:cs typeface="Calibri"/>
                <a:sym typeface="Calibri"/>
              </a:rPr>
              <a:t>postes clés pour couvrir tous les besoins &amp; budgets</a:t>
            </a:r>
            <a:endParaRPr sz="1400">
              <a:solidFill>
                <a:schemeClr val="lt1"/>
              </a:solidFill>
              <a:latin typeface="Calibri"/>
              <a:ea typeface="Calibri"/>
              <a:cs typeface="Calibri"/>
              <a:sym typeface="Calibri"/>
            </a:endParaRPr>
          </a:p>
        </p:txBody>
      </p:sp>
      <p:sp>
        <p:nvSpPr>
          <p:cNvPr id="124" name="Google Shape;124;p15"/>
          <p:cNvSpPr/>
          <p:nvPr/>
        </p:nvSpPr>
        <p:spPr>
          <a:xfrm>
            <a:off x="329746" y="3054461"/>
            <a:ext cx="6198508" cy="385430"/>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Une adhésion rapide en ligne avec la signature électronique</a:t>
            </a:r>
            <a:endParaRPr/>
          </a:p>
        </p:txBody>
      </p:sp>
      <p:sp>
        <p:nvSpPr>
          <p:cNvPr id="125" name="Google Shape;125;p15"/>
          <p:cNvSpPr/>
          <p:nvPr/>
        </p:nvSpPr>
        <p:spPr>
          <a:xfrm>
            <a:off x="348343" y="3537057"/>
            <a:ext cx="6198508" cy="541482"/>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Une reprise à la concurrence facilitée</a:t>
            </a:r>
            <a:endParaRPr/>
          </a:p>
          <a:p>
            <a:pPr indent="0" lvl="0" marL="0" marR="0" rtl="0" algn="ctr">
              <a:spcBef>
                <a:spcPts val="0"/>
              </a:spcBef>
              <a:spcAft>
                <a:spcPts val="0"/>
              </a:spcAft>
              <a:buNone/>
            </a:pPr>
            <a:r>
              <a:rPr b="1" lang="fr-FR" sz="1800">
                <a:solidFill>
                  <a:schemeClr val="lt1"/>
                </a:solidFill>
                <a:latin typeface="Calibri"/>
                <a:ea typeface="Calibri"/>
                <a:cs typeface="Calibri"/>
                <a:sym typeface="Calibri"/>
              </a:rPr>
              <a:t> </a:t>
            </a:r>
            <a:r>
              <a:rPr lang="fr-FR" sz="1400">
                <a:solidFill>
                  <a:schemeClr val="lt1"/>
                </a:solidFill>
                <a:latin typeface="Calibri"/>
                <a:ea typeface="Calibri"/>
                <a:cs typeface="Calibri"/>
                <a:sym typeface="Calibri"/>
              </a:rPr>
              <a:t>avec la prise en charge de l’envoi de la résiliation en cas de RIA</a:t>
            </a:r>
            <a:endParaRPr sz="1800">
              <a:solidFill>
                <a:schemeClr val="lt1"/>
              </a:solidFill>
              <a:latin typeface="Calibri"/>
              <a:ea typeface="Calibri"/>
              <a:cs typeface="Calibri"/>
              <a:sym typeface="Calibri"/>
            </a:endParaRPr>
          </a:p>
        </p:txBody>
      </p:sp>
      <p:sp>
        <p:nvSpPr>
          <p:cNvPr id="126" name="Google Shape;126;p15"/>
          <p:cNvSpPr/>
          <p:nvPr/>
        </p:nvSpPr>
        <p:spPr>
          <a:xfrm>
            <a:off x="348343" y="4184095"/>
            <a:ext cx="6198508" cy="541483"/>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Des forfaits en Optique, Dentaire et Audiologie utilisables quel</a:t>
            </a:r>
            <a:endParaRPr/>
          </a:p>
          <a:p>
            <a:pPr indent="0" lvl="0" marL="0" marR="0" rtl="0" algn="ctr">
              <a:spcBef>
                <a:spcPts val="0"/>
              </a:spcBef>
              <a:spcAft>
                <a:spcPts val="0"/>
              </a:spcAft>
              <a:buNone/>
            </a:pPr>
            <a:r>
              <a:rPr b="1" lang="fr-FR" sz="1800">
                <a:solidFill>
                  <a:schemeClr val="lt1"/>
                </a:solidFill>
                <a:latin typeface="Calibri"/>
                <a:ea typeface="Calibri"/>
                <a:cs typeface="Calibri"/>
                <a:sym typeface="Calibri"/>
              </a:rPr>
              <a:t>que soit le type d’acte (100% Santé ou hors 100% Santé)</a:t>
            </a:r>
            <a:endParaRPr b="1" sz="1800">
              <a:solidFill>
                <a:schemeClr val="lt1"/>
              </a:solidFill>
              <a:latin typeface="Calibri"/>
              <a:ea typeface="Calibri"/>
              <a:cs typeface="Calibri"/>
              <a:sym typeface="Calibri"/>
            </a:endParaRPr>
          </a:p>
        </p:txBody>
      </p:sp>
      <p:sp>
        <p:nvSpPr>
          <p:cNvPr id="127" name="Google Shape;127;p15"/>
          <p:cNvSpPr/>
          <p:nvPr/>
        </p:nvSpPr>
        <p:spPr>
          <a:xfrm>
            <a:off x="348343" y="4832439"/>
            <a:ext cx="6198508" cy="431824"/>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Aucun délai d’attente sur les formules Santé </a:t>
            </a:r>
            <a:endParaRPr/>
          </a:p>
        </p:txBody>
      </p:sp>
      <p:sp>
        <p:nvSpPr>
          <p:cNvPr id="128" name="Google Shape;128;p15"/>
          <p:cNvSpPr/>
          <p:nvPr/>
        </p:nvSpPr>
        <p:spPr>
          <a:xfrm>
            <a:off x="329746" y="5471065"/>
            <a:ext cx="6198508" cy="562102"/>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Une maîtrise du budget grâce aux 2 Options ECO :</a:t>
            </a:r>
            <a:endParaRPr/>
          </a:p>
          <a:p>
            <a:pPr indent="0" lvl="0" marL="0" marR="0" rtl="0" algn="ctr">
              <a:spcBef>
                <a:spcPts val="0"/>
              </a:spcBef>
              <a:spcAft>
                <a:spcPts val="0"/>
              </a:spcAft>
              <a:buNone/>
            </a:pPr>
            <a:r>
              <a:rPr b="1" lang="fr-FR" sz="1800">
                <a:solidFill>
                  <a:schemeClr val="lt1"/>
                </a:solidFill>
                <a:latin typeface="Calibri"/>
                <a:ea typeface="Calibri"/>
                <a:cs typeface="Calibri"/>
                <a:sym typeface="Calibri"/>
              </a:rPr>
              <a:t> jusqu’à 24% de réduction </a:t>
            </a:r>
            <a:endParaRPr sz="1800">
              <a:solidFill>
                <a:schemeClr val="lt1"/>
              </a:solidFill>
              <a:latin typeface="Calibri"/>
              <a:ea typeface="Calibri"/>
              <a:cs typeface="Calibri"/>
              <a:sym typeface="Calibri"/>
            </a:endParaRPr>
          </a:p>
        </p:txBody>
      </p:sp>
      <p:sp>
        <p:nvSpPr>
          <p:cNvPr id="129" name="Google Shape;129;p15"/>
          <p:cNvSpPr/>
          <p:nvPr/>
        </p:nvSpPr>
        <p:spPr>
          <a:xfrm>
            <a:off x="348343" y="6138719"/>
            <a:ext cx="6198508" cy="391882"/>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Réduction DUO </a:t>
            </a:r>
            <a:r>
              <a:rPr lang="fr-FR" sz="1800">
                <a:solidFill>
                  <a:schemeClr val="lt1"/>
                </a:solidFill>
                <a:latin typeface="Calibri"/>
                <a:ea typeface="Calibri"/>
                <a:cs typeface="Calibri"/>
                <a:sym typeface="Calibri"/>
              </a:rPr>
              <a:t>: dès 2 assurés réduction de 10 % par adulte</a:t>
            </a:r>
            <a:endParaRPr/>
          </a:p>
        </p:txBody>
      </p:sp>
      <p:sp>
        <p:nvSpPr>
          <p:cNvPr id="130" name="Google Shape;130;p15"/>
          <p:cNvSpPr/>
          <p:nvPr/>
        </p:nvSpPr>
        <p:spPr>
          <a:xfrm>
            <a:off x="348343" y="6636153"/>
            <a:ext cx="6198508" cy="1283048"/>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L’accès au réseau de soins Carte Blanche, 1er réseau de soins de santé de France. </a:t>
            </a:r>
            <a:r>
              <a:rPr lang="fr-FR" sz="1400">
                <a:solidFill>
                  <a:schemeClr val="lt1"/>
                </a:solidFill>
                <a:latin typeface="Calibri"/>
                <a:ea typeface="Calibri"/>
                <a:cs typeface="Calibri"/>
                <a:sym typeface="Calibri"/>
              </a:rPr>
              <a:t>Un tiers payant national, Des tarifs spécialement négociés sur les soins et les équipements des différents réseaux proposés, Un nombre important de professionnels adhérents, Des avantages supplémentaires comme des garanties spéciales pour couvrir la casse par exemple…</a:t>
            </a:r>
            <a:endParaRPr sz="1800">
              <a:solidFill>
                <a:schemeClr val="lt1"/>
              </a:solidFill>
              <a:latin typeface="Calibri"/>
              <a:ea typeface="Calibri"/>
              <a:cs typeface="Calibri"/>
              <a:sym typeface="Calibri"/>
            </a:endParaRPr>
          </a:p>
        </p:txBody>
      </p:sp>
      <p:sp>
        <p:nvSpPr>
          <p:cNvPr id="131" name="Google Shape;131;p15"/>
          <p:cNvSpPr/>
          <p:nvPr/>
        </p:nvSpPr>
        <p:spPr>
          <a:xfrm>
            <a:off x="348343" y="8027554"/>
            <a:ext cx="6198508" cy="1503336"/>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L’assistance MONDIALE ASSISTANCE en inclusion </a:t>
            </a:r>
            <a:r>
              <a:rPr lang="fr-FR" sz="1800">
                <a:solidFill>
                  <a:schemeClr val="lt1"/>
                </a:solidFill>
                <a:latin typeface="Calibri"/>
                <a:ea typeface="Calibri"/>
                <a:cs typeface="Calibri"/>
                <a:sym typeface="Calibri"/>
              </a:rPr>
              <a:t>: </a:t>
            </a:r>
            <a:r>
              <a:rPr lang="fr-FR" sz="1400">
                <a:solidFill>
                  <a:schemeClr val="lt1"/>
                </a:solidFill>
                <a:latin typeface="Calibri"/>
                <a:ea typeface="Calibri"/>
                <a:cs typeface="Calibri"/>
                <a:sym typeface="Calibri"/>
              </a:rPr>
              <a:t> </a:t>
            </a:r>
            <a:endParaRPr/>
          </a:p>
          <a:p>
            <a:pPr indent="0" lvl="0" marL="0" marR="0" rtl="0" algn="ctr">
              <a:spcBef>
                <a:spcPts val="0"/>
              </a:spcBef>
              <a:spcAft>
                <a:spcPts val="0"/>
              </a:spcAft>
              <a:buNone/>
            </a:pPr>
            <a:r>
              <a:rPr lang="fr-FR" sz="1400">
                <a:solidFill>
                  <a:schemeClr val="lt1"/>
                </a:solidFill>
                <a:latin typeface="Calibri"/>
                <a:ea typeface="Calibri"/>
                <a:cs typeface="Calibri"/>
                <a:sym typeface="Calibri"/>
              </a:rPr>
              <a:t> Services d’Assistance haut de gamme : téléconsultation</a:t>
            </a:r>
            <a:endParaRPr/>
          </a:p>
          <a:p>
            <a:pPr indent="0" lvl="0" marL="0" marR="0" rtl="0" algn="ctr">
              <a:spcBef>
                <a:spcPts val="0"/>
              </a:spcBef>
              <a:spcAft>
                <a:spcPts val="0"/>
              </a:spcAft>
              <a:buNone/>
            </a:pPr>
            <a:r>
              <a:rPr lang="fr-FR" sz="1400">
                <a:solidFill>
                  <a:schemeClr val="lt1"/>
                </a:solidFill>
                <a:latin typeface="Calibri"/>
                <a:ea typeface="Calibri"/>
                <a:cs typeface="Calibri"/>
                <a:sym typeface="Calibri"/>
              </a:rPr>
              <a:t>(10 consultations /an /bénéficiaire), services d’aide à</a:t>
            </a:r>
            <a:endParaRPr/>
          </a:p>
          <a:p>
            <a:pPr indent="0" lvl="0" marL="0" marR="0" rtl="0" algn="ctr">
              <a:spcBef>
                <a:spcPts val="0"/>
              </a:spcBef>
              <a:spcAft>
                <a:spcPts val="0"/>
              </a:spcAft>
              <a:buNone/>
            </a:pPr>
            <a:r>
              <a:rPr lang="fr-FR" sz="1400">
                <a:solidFill>
                  <a:schemeClr val="lt1"/>
                </a:solidFill>
                <a:latin typeface="Calibri"/>
                <a:ea typeface="Calibri"/>
                <a:cs typeface="Calibri"/>
                <a:sym typeface="Calibri"/>
              </a:rPr>
              <a:t>domicile dès hospitalisation de + de 24h, Aide aux Aidants,</a:t>
            </a:r>
            <a:endParaRPr/>
          </a:p>
          <a:p>
            <a:pPr indent="0" lvl="0" marL="0" marR="0" rtl="0" algn="ctr">
              <a:spcBef>
                <a:spcPts val="0"/>
              </a:spcBef>
              <a:spcAft>
                <a:spcPts val="0"/>
              </a:spcAft>
              <a:buNone/>
            </a:pPr>
            <a:r>
              <a:rPr lang="fr-FR" sz="1400">
                <a:solidFill>
                  <a:schemeClr val="lt1"/>
                </a:solidFill>
                <a:latin typeface="Calibri"/>
                <a:ea typeface="Calibri"/>
                <a:cs typeface="Calibri"/>
                <a:sym typeface="Calibri"/>
              </a:rPr>
              <a:t>Hospizen, Mon coach Bien-être, prévention ...</a:t>
            </a:r>
            <a:endParaRPr sz="1800">
              <a:solidFill>
                <a:schemeClr val="lt1"/>
              </a:solidFill>
              <a:latin typeface="Calibri"/>
              <a:ea typeface="Calibri"/>
              <a:cs typeface="Calibri"/>
              <a:sym typeface="Calibri"/>
            </a:endParaRPr>
          </a:p>
        </p:txBody>
      </p:sp>
      <p:grpSp>
        <p:nvGrpSpPr>
          <p:cNvPr id="132" name="Google Shape;132;p15"/>
          <p:cNvGrpSpPr/>
          <p:nvPr/>
        </p:nvGrpSpPr>
        <p:grpSpPr>
          <a:xfrm>
            <a:off x="1248230" y="945460"/>
            <a:ext cx="5215617" cy="1038433"/>
            <a:chOff x="1248230" y="945460"/>
            <a:chExt cx="5215617" cy="1038433"/>
          </a:xfrm>
        </p:grpSpPr>
        <p:sp>
          <p:nvSpPr>
            <p:cNvPr id="133" name="Google Shape;133;p15"/>
            <p:cNvSpPr txBox="1"/>
            <p:nvPr/>
          </p:nvSpPr>
          <p:spPr>
            <a:xfrm>
              <a:off x="2283732" y="1029786"/>
              <a:ext cx="4180115" cy="9541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2800">
                  <a:solidFill>
                    <a:schemeClr val="dk1"/>
                  </a:solidFill>
                  <a:latin typeface="Calibri"/>
                  <a:ea typeface="Calibri"/>
                  <a:cs typeface="Calibri"/>
                  <a:sym typeface="Calibri"/>
                </a:rPr>
                <a:t>Pourquoi choisir Cegema Liberté ?</a:t>
              </a:r>
              <a:endParaRPr/>
            </a:p>
          </p:txBody>
        </p:sp>
        <p:pic>
          <p:nvPicPr>
            <p:cNvPr descr="Bonne idée - Icônes commercialisation gratuites" id="134" name="Google Shape;134;p15"/>
            <p:cNvPicPr preferRelativeResize="0"/>
            <p:nvPr/>
          </p:nvPicPr>
          <p:blipFill rotWithShape="1">
            <a:blip r:embed="rId3">
              <a:alphaModFix/>
            </a:blip>
            <a:srcRect b="0" l="0" r="0" t="0"/>
            <a:stretch/>
          </p:blipFill>
          <p:spPr>
            <a:xfrm>
              <a:off x="1248230" y="945460"/>
              <a:ext cx="1035502" cy="1035502"/>
            </a:xfrm>
            <a:prstGeom prst="rect">
              <a:avLst/>
            </a:prstGeom>
            <a:noFill/>
            <a:ln>
              <a:noFill/>
            </a:ln>
          </p:spPr>
        </p:pic>
      </p:grpSp>
      <p:grpSp>
        <p:nvGrpSpPr>
          <p:cNvPr id="135" name="Google Shape;135;p15"/>
          <p:cNvGrpSpPr/>
          <p:nvPr/>
        </p:nvGrpSpPr>
        <p:grpSpPr>
          <a:xfrm>
            <a:off x="101600" y="50152"/>
            <a:ext cx="6686550" cy="746301"/>
            <a:chOff x="101600" y="50152"/>
            <a:chExt cx="6686550" cy="746301"/>
          </a:xfrm>
        </p:grpSpPr>
        <p:grpSp>
          <p:nvGrpSpPr>
            <p:cNvPr id="136" name="Google Shape;136;p15"/>
            <p:cNvGrpSpPr/>
            <p:nvPr/>
          </p:nvGrpSpPr>
          <p:grpSpPr>
            <a:xfrm>
              <a:off x="101600" y="93434"/>
              <a:ext cx="6686550" cy="628650"/>
              <a:chOff x="101600" y="93434"/>
              <a:chExt cx="6686550" cy="628650"/>
            </a:xfrm>
          </p:grpSpPr>
          <p:sp>
            <p:nvSpPr>
              <p:cNvPr id="137" name="Google Shape;137;p15"/>
              <p:cNvSpPr/>
              <p:nvPr/>
            </p:nvSpPr>
            <p:spPr>
              <a:xfrm>
                <a:off x="101600" y="93434"/>
                <a:ext cx="6686550" cy="628650"/>
              </a:xfrm>
              <a:prstGeom prst="roundRect">
                <a:avLst>
                  <a:gd fmla="val 16667" name="adj"/>
                </a:avLst>
              </a:prstGeom>
              <a:solidFill>
                <a:schemeClr val="lt1"/>
              </a:solidFill>
              <a:ln cap="flat" cmpd="sng" w="4445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fr-FR" sz="1800">
                    <a:solidFill>
                      <a:schemeClr val="dk1"/>
                    </a:solidFill>
                    <a:latin typeface="Calibri"/>
                    <a:ea typeface="Calibri"/>
                    <a:cs typeface="Calibri"/>
                    <a:sym typeface="Calibri"/>
                  </a:rPr>
                  <a:t>       Liberté   by                                      assuré par                                 </a:t>
                </a:r>
                <a:endParaRPr/>
              </a:p>
            </p:txBody>
          </p:sp>
          <p:pic>
            <p:nvPicPr>
              <p:cNvPr id="138" name="Google Shape;138;p15"/>
              <p:cNvPicPr preferRelativeResize="0"/>
              <p:nvPr/>
            </p:nvPicPr>
            <p:blipFill rotWithShape="1">
              <a:blip r:embed="rId4">
                <a:alphaModFix/>
              </a:blip>
              <a:srcRect b="59918" l="64046" r="10153" t="26807"/>
              <a:stretch/>
            </p:blipFill>
            <p:spPr>
              <a:xfrm>
                <a:off x="2040425" y="146328"/>
                <a:ext cx="912258" cy="520958"/>
              </a:xfrm>
              <a:prstGeom prst="rect">
                <a:avLst/>
              </a:prstGeom>
              <a:noFill/>
              <a:ln>
                <a:noFill/>
              </a:ln>
            </p:spPr>
          </p:pic>
        </p:grpSp>
        <p:pic>
          <p:nvPicPr>
            <p:cNvPr descr="Animaux Santé | Mutuelle Animaux" id="139" name="Google Shape;139;p15"/>
            <p:cNvPicPr preferRelativeResize="0"/>
            <p:nvPr/>
          </p:nvPicPr>
          <p:blipFill rotWithShape="1">
            <a:blip r:embed="rId5">
              <a:alphaModFix/>
            </a:blip>
            <a:srcRect b="0" l="0" r="0" t="0"/>
            <a:stretch/>
          </p:blipFill>
          <p:spPr>
            <a:xfrm>
              <a:off x="4772456" y="50152"/>
              <a:ext cx="1931603" cy="746301"/>
            </a:xfrm>
            <a:prstGeom prst="rect">
              <a:avLst/>
            </a:prstGeom>
            <a:noFill/>
            <a:ln>
              <a:noFill/>
            </a:ln>
          </p:spPr>
        </p:pic>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6"/>
          <p:cNvSpPr txBox="1"/>
          <p:nvPr/>
        </p:nvSpPr>
        <p:spPr>
          <a:xfrm>
            <a:off x="2283732" y="1029786"/>
            <a:ext cx="4180115"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b="1" sz="2800">
              <a:solidFill>
                <a:schemeClr val="dk1"/>
              </a:solidFill>
              <a:latin typeface="Calibri"/>
              <a:ea typeface="Calibri"/>
              <a:cs typeface="Calibri"/>
              <a:sym typeface="Calibri"/>
            </a:endParaRPr>
          </a:p>
        </p:txBody>
      </p:sp>
      <p:grpSp>
        <p:nvGrpSpPr>
          <p:cNvPr id="145" name="Google Shape;145;p16"/>
          <p:cNvGrpSpPr/>
          <p:nvPr/>
        </p:nvGrpSpPr>
        <p:grpSpPr>
          <a:xfrm>
            <a:off x="869841" y="1447807"/>
            <a:ext cx="5150068" cy="1200329"/>
            <a:chOff x="925599" y="1029786"/>
            <a:chExt cx="5150068" cy="1200329"/>
          </a:xfrm>
        </p:grpSpPr>
        <p:pic>
          <p:nvPicPr>
            <p:cNvPr descr="ajuster la conception de l'icône créative 15456496 Art vectoriel chez  Vecteezy" id="146" name="Google Shape;146;p16"/>
            <p:cNvPicPr preferRelativeResize="0"/>
            <p:nvPr/>
          </p:nvPicPr>
          <p:blipFill rotWithShape="1">
            <a:blip r:embed="rId3">
              <a:alphaModFix/>
            </a:blip>
            <a:srcRect b="0" l="0" r="0" t="0"/>
            <a:stretch/>
          </p:blipFill>
          <p:spPr>
            <a:xfrm>
              <a:off x="925599" y="1152972"/>
              <a:ext cx="1408933" cy="1032565"/>
            </a:xfrm>
            <a:prstGeom prst="rect">
              <a:avLst/>
            </a:prstGeom>
            <a:noFill/>
            <a:ln>
              <a:noFill/>
            </a:ln>
          </p:spPr>
        </p:pic>
        <p:sp>
          <p:nvSpPr>
            <p:cNvPr id="147" name="Google Shape;147;p16"/>
            <p:cNvSpPr txBox="1"/>
            <p:nvPr/>
          </p:nvSpPr>
          <p:spPr>
            <a:xfrm>
              <a:off x="2283733" y="1029786"/>
              <a:ext cx="3791934"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2400">
                  <a:solidFill>
                    <a:srgbClr val="0070C0"/>
                  </a:solidFill>
                  <a:latin typeface="Calibri"/>
                  <a:ea typeface="Calibri"/>
                  <a:cs typeface="Calibri"/>
                  <a:sym typeface="Calibri"/>
                </a:rPr>
                <a:t>Cegema Liberté, vous donne la possibilité de réduire votre cotisation</a:t>
              </a:r>
              <a:endParaRPr/>
            </a:p>
          </p:txBody>
        </p:sp>
      </p:grpSp>
      <p:grpSp>
        <p:nvGrpSpPr>
          <p:cNvPr id="148" name="Google Shape;148;p16"/>
          <p:cNvGrpSpPr/>
          <p:nvPr/>
        </p:nvGrpSpPr>
        <p:grpSpPr>
          <a:xfrm>
            <a:off x="491448" y="3397629"/>
            <a:ext cx="4694179" cy="1099495"/>
            <a:chOff x="2024458" y="4953000"/>
            <a:chExt cx="4694179" cy="1099495"/>
          </a:xfrm>
        </p:grpSpPr>
        <p:sp>
          <p:nvSpPr>
            <p:cNvPr id="149" name="Google Shape;149;p16"/>
            <p:cNvSpPr txBox="1"/>
            <p:nvPr/>
          </p:nvSpPr>
          <p:spPr>
            <a:xfrm>
              <a:off x="2024458" y="5036832"/>
              <a:ext cx="4605216" cy="10156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2000">
                  <a:solidFill>
                    <a:srgbClr val="2F5496"/>
                  </a:solidFill>
                  <a:latin typeface="Calibri"/>
                  <a:ea typeface="Calibri"/>
                  <a:cs typeface="Calibri"/>
                  <a:sym typeface="Calibri"/>
                </a:rPr>
                <a:t>Avec les options « Éco » </a:t>
              </a:r>
              <a:endParaRPr/>
            </a:p>
            <a:p>
              <a:pPr indent="0" lvl="0" marL="0" marR="0" rtl="0" algn="ctr">
                <a:spcBef>
                  <a:spcPts val="0"/>
                </a:spcBef>
                <a:spcAft>
                  <a:spcPts val="0"/>
                </a:spcAft>
                <a:buNone/>
              </a:pPr>
              <a:r>
                <a:rPr b="1" lang="fr-FR" sz="2000">
                  <a:solidFill>
                    <a:srgbClr val="2F5496"/>
                  </a:solidFill>
                  <a:latin typeface="Calibri"/>
                  <a:ea typeface="Calibri"/>
                  <a:cs typeface="Calibri"/>
                  <a:sym typeface="Calibri"/>
                </a:rPr>
                <a:t>Cumulables, pour bénéficier</a:t>
              </a:r>
              <a:endParaRPr/>
            </a:p>
            <a:p>
              <a:pPr indent="0" lvl="0" marL="0" marR="0" rtl="0" algn="ctr">
                <a:spcBef>
                  <a:spcPts val="0"/>
                </a:spcBef>
                <a:spcAft>
                  <a:spcPts val="0"/>
                </a:spcAft>
                <a:buNone/>
              </a:pPr>
              <a:r>
                <a:rPr b="1" lang="fr-FR" sz="2000">
                  <a:solidFill>
                    <a:srgbClr val="2F5496"/>
                  </a:solidFill>
                  <a:latin typeface="Calibri"/>
                  <a:ea typeface="Calibri"/>
                  <a:cs typeface="Calibri"/>
                  <a:sym typeface="Calibri"/>
                </a:rPr>
                <a:t>jusqu’à 24 % de réduction</a:t>
              </a:r>
              <a:endParaRPr/>
            </a:p>
          </p:txBody>
        </p:sp>
        <p:pic>
          <p:nvPicPr>
            <p:cNvPr descr="Illustration Vectorielle Sac De Banque Vert Avec Signe Dollar Argent  Comptant Symbole De L'économie Bancaire | Vecteur Premium" id="150" name="Google Shape;150;p16"/>
            <p:cNvPicPr preferRelativeResize="0"/>
            <p:nvPr/>
          </p:nvPicPr>
          <p:blipFill rotWithShape="1">
            <a:blip r:embed="rId4">
              <a:alphaModFix/>
            </a:blip>
            <a:srcRect b="14167" l="19530" r="18885" t="12806"/>
            <a:stretch/>
          </p:blipFill>
          <p:spPr>
            <a:xfrm>
              <a:off x="5797719" y="4953000"/>
              <a:ext cx="920918" cy="1091998"/>
            </a:xfrm>
            <a:prstGeom prst="rect">
              <a:avLst/>
            </a:prstGeom>
            <a:noFill/>
            <a:ln>
              <a:noFill/>
            </a:ln>
          </p:spPr>
        </p:pic>
      </p:grpSp>
      <p:grpSp>
        <p:nvGrpSpPr>
          <p:cNvPr id="151" name="Google Shape;151;p16"/>
          <p:cNvGrpSpPr/>
          <p:nvPr/>
        </p:nvGrpSpPr>
        <p:grpSpPr>
          <a:xfrm>
            <a:off x="456794" y="5003813"/>
            <a:ext cx="5439456" cy="1077218"/>
            <a:chOff x="2463800" y="6199757"/>
            <a:chExt cx="5077109" cy="1077218"/>
          </a:xfrm>
        </p:grpSpPr>
        <p:sp>
          <p:nvSpPr>
            <p:cNvPr id="152" name="Google Shape;152;p16"/>
            <p:cNvSpPr txBox="1"/>
            <p:nvPr/>
          </p:nvSpPr>
          <p:spPr>
            <a:xfrm>
              <a:off x="3748975" y="6199757"/>
              <a:ext cx="3791934"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chemeClr val="dk1"/>
                  </a:solidFill>
                  <a:latin typeface="Calibri"/>
                  <a:ea typeface="Calibri"/>
                  <a:cs typeface="Calibri"/>
                  <a:sym typeface="Calibri"/>
                </a:rPr>
                <a:t>Garanties exclues :</a:t>
              </a:r>
              <a:endParaRPr/>
            </a:p>
            <a:p>
              <a:pPr indent="0" lvl="0" marL="0" marR="0" rtl="0" algn="l">
                <a:spcBef>
                  <a:spcPts val="0"/>
                </a:spcBef>
                <a:spcAft>
                  <a:spcPts val="0"/>
                </a:spcAft>
                <a:buNone/>
              </a:pPr>
              <a:r>
                <a:rPr lang="fr-FR" sz="1600">
                  <a:solidFill>
                    <a:schemeClr val="dk1"/>
                  </a:solidFill>
                  <a:latin typeface="Calibri"/>
                  <a:ea typeface="Calibri"/>
                  <a:cs typeface="Calibri"/>
                  <a:sym typeface="Calibri"/>
                </a:rPr>
                <a:t>L'ensemble des garanties du poste </a:t>
              </a:r>
              <a:r>
                <a:rPr b="1" lang="fr-FR" sz="1600">
                  <a:solidFill>
                    <a:schemeClr val="dk1"/>
                  </a:solidFill>
                  <a:latin typeface="Calibri"/>
                  <a:ea typeface="Calibri"/>
                  <a:cs typeface="Calibri"/>
                  <a:sym typeface="Calibri"/>
                </a:rPr>
                <a:t>Optique</a:t>
              </a:r>
              <a:endParaRPr/>
            </a:p>
            <a:p>
              <a:pPr indent="0" lvl="0" marL="0" marR="0" rtl="0" algn="l">
                <a:spcBef>
                  <a:spcPts val="0"/>
                </a:spcBef>
                <a:spcAft>
                  <a:spcPts val="0"/>
                </a:spcAft>
                <a:buNone/>
              </a:pPr>
              <a:r>
                <a:rPr lang="fr-FR" sz="1600">
                  <a:solidFill>
                    <a:schemeClr val="dk1"/>
                  </a:solidFill>
                  <a:latin typeface="Calibri"/>
                  <a:ea typeface="Calibri"/>
                  <a:cs typeface="Calibri"/>
                  <a:sym typeface="Calibri"/>
                </a:rPr>
                <a:t>(équipement, lentilles remboursées ou non par la Sécurité sociale) n’est plus remboursé</a:t>
              </a:r>
              <a:endParaRPr/>
            </a:p>
          </p:txBody>
        </p:sp>
        <p:sp>
          <p:nvSpPr>
            <p:cNvPr id="153" name="Google Shape;153;p16"/>
            <p:cNvSpPr/>
            <p:nvPr/>
          </p:nvSpPr>
          <p:spPr>
            <a:xfrm>
              <a:off x="2463800" y="6266685"/>
              <a:ext cx="1285175" cy="923330"/>
            </a:xfrm>
            <a:prstGeom prst="rect">
              <a:avLst/>
            </a:prstGeom>
            <a:solidFill>
              <a:srgbClr val="92D050"/>
            </a:solidFill>
            <a:ln cap="flat" cmpd="sng" w="12700">
              <a:solidFill>
                <a:srgbClr val="92D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2000">
                  <a:solidFill>
                    <a:schemeClr val="lt1"/>
                  </a:solidFill>
                  <a:latin typeface="Calibri"/>
                  <a:ea typeface="Calibri"/>
                  <a:cs typeface="Calibri"/>
                  <a:sym typeface="Calibri"/>
                </a:rPr>
                <a:t>Eco</a:t>
              </a:r>
              <a:endParaRPr/>
            </a:p>
            <a:p>
              <a:pPr indent="0" lvl="0" marL="0" marR="0" rtl="0" algn="ctr">
                <a:spcBef>
                  <a:spcPts val="0"/>
                </a:spcBef>
                <a:spcAft>
                  <a:spcPts val="0"/>
                </a:spcAft>
                <a:buNone/>
              </a:pPr>
              <a:r>
                <a:rPr b="1" lang="fr-FR" sz="2000">
                  <a:solidFill>
                    <a:schemeClr val="lt1"/>
                  </a:solidFill>
                  <a:latin typeface="Calibri"/>
                  <a:ea typeface="Calibri"/>
                  <a:cs typeface="Calibri"/>
                  <a:sym typeface="Calibri"/>
                </a:rPr>
                <a:t>OPTIQUE</a:t>
              </a:r>
              <a:endParaRPr/>
            </a:p>
            <a:p>
              <a:pPr indent="0" lvl="0" marL="0" marR="0" rtl="0" algn="ctr">
                <a:spcBef>
                  <a:spcPts val="0"/>
                </a:spcBef>
                <a:spcAft>
                  <a:spcPts val="0"/>
                </a:spcAft>
                <a:buNone/>
              </a:pPr>
              <a:r>
                <a:rPr b="1" lang="fr-FR" sz="2000">
                  <a:solidFill>
                    <a:schemeClr val="lt1"/>
                  </a:solidFill>
                  <a:latin typeface="Calibri"/>
                  <a:ea typeface="Calibri"/>
                  <a:cs typeface="Calibri"/>
                  <a:sym typeface="Calibri"/>
                </a:rPr>
                <a:t>-10%</a:t>
              </a:r>
              <a:endParaRPr/>
            </a:p>
          </p:txBody>
        </p:sp>
      </p:grpSp>
      <p:grpSp>
        <p:nvGrpSpPr>
          <p:cNvPr id="154" name="Google Shape;154;p16"/>
          <p:cNvGrpSpPr/>
          <p:nvPr/>
        </p:nvGrpSpPr>
        <p:grpSpPr>
          <a:xfrm>
            <a:off x="1434771" y="7125388"/>
            <a:ext cx="5029076" cy="1332805"/>
            <a:chOff x="2463800" y="6257318"/>
            <a:chExt cx="5029076" cy="1332805"/>
          </a:xfrm>
        </p:grpSpPr>
        <p:sp>
          <p:nvSpPr>
            <p:cNvPr id="155" name="Google Shape;155;p16"/>
            <p:cNvSpPr txBox="1"/>
            <p:nvPr/>
          </p:nvSpPr>
          <p:spPr>
            <a:xfrm>
              <a:off x="3748975" y="6257318"/>
              <a:ext cx="3743901" cy="13234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chemeClr val="dk1"/>
                  </a:solidFill>
                  <a:latin typeface="Calibri"/>
                  <a:ea typeface="Calibri"/>
                  <a:cs typeface="Calibri"/>
                  <a:sym typeface="Calibri"/>
                </a:rPr>
                <a:t>Garanties exclues :</a:t>
              </a:r>
              <a:endParaRPr/>
            </a:p>
            <a:p>
              <a:pPr indent="0" lvl="0" marL="0" marR="0" rtl="0" algn="l">
                <a:spcBef>
                  <a:spcPts val="0"/>
                </a:spcBef>
                <a:spcAft>
                  <a:spcPts val="0"/>
                </a:spcAft>
                <a:buNone/>
              </a:pPr>
              <a:r>
                <a:rPr lang="fr-FR" sz="1600">
                  <a:solidFill>
                    <a:schemeClr val="dk1"/>
                  </a:solidFill>
                  <a:latin typeface="Calibri"/>
                  <a:ea typeface="Calibri"/>
                  <a:cs typeface="Calibri"/>
                  <a:sym typeface="Calibri"/>
                </a:rPr>
                <a:t>L'ensemble des garanties des postes </a:t>
              </a:r>
              <a:r>
                <a:rPr b="1" lang="fr-FR" sz="1600">
                  <a:solidFill>
                    <a:schemeClr val="dk1"/>
                  </a:solidFill>
                  <a:latin typeface="Calibri"/>
                  <a:ea typeface="Calibri"/>
                  <a:cs typeface="Calibri"/>
                  <a:sym typeface="Calibri"/>
                </a:rPr>
                <a:t>Dentaire et Aides </a:t>
              </a:r>
              <a:r>
                <a:rPr lang="fr-FR" sz="1600">
                  <a:solidFill>
                    <a:schemeClr val="dk1"/>
                  </a:solidFill>
                  <a:latin typeface="Calibri"/>
                  <a:ea typeface="Calibri"/>
                  <a:cs typeface="Calibri"/>
                  <a:sym typeface="Calibri"/>
                </a:rPr>
                <a:t>auditives (soins, prothèses, actes dentaires, aides auditives, piles et accessoires) n’est plus remboursé</a:t>
              </a:r>
              <a:endParaRPr b="1" sz="1600">
                <a:solidFill>
                  <a:schemeClr val="dk1"/>
                </a:solidFill>
                <a:latin typeface="Calibri"/>
                <a:ea typeface="Calibri"/>
                <a:cs typeface="Calibri"/>
                <a:sym typeface="Calibri"/>
              </a:endParaRPr>
            </a:p>
          </p:txBody>
        </p:sp>
        <p:sp>
          <p:nvSpPr>
            <p:cNvPr id="156" name="Google Shape;156;p16"/>
            <p:cNvSpPr/>
            <p:nvPr/>
          </p:nvSpPr>
          <p:spPr>
            <a:xfrm>
              <a:off x="2463800" y="6266685"/>
              <a:ext cx="1285175" cy="1323438"/>
            </a:xfrm>
            <a:prstGeom prst="rect">
              <a:avLst/>
            </a:prstGeom>
            <a:solidFill>
              <a:srgbClr val="92D050"/>
            </a:solidFill>
            <a:ln cap="flat" cmpd="sng" w="12700">
              <a:solidFill>
                <a:srgbClr val="92D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2000">
                  <a:solidFill>
                    <a:schemeClr val="lt1"/>
                  </a:solidFill>
                  <a:latin typeface="Calibri"/>
                  <a:ea typeface="Calibri"/>
                  <a:cs typeface="Calibri"/>
                  <a:sym typeface="Calibri"/>
                </a:rPr>
                <a:t>Eco</a:t>
              </a:r>
              <a:endParaRPr/>
            </a:p>
            <a:p>
              <a:pPr indent="0" lvl="0" marL="0" marR="0" rtl="0" algn="ctr">
                <a:spcBef>
                  <a:spcPts val="0"/>
                </a:spcBef>
                <a:spcAft>
                  <a:spcPts val="0"/>
                </a:spcAft>
                <a:buNone/>
              </a:pPr>
              <a:r>
                <a:rPr b="1" lang="fr-FR" sz="2000">
                  <a:solidFill>
                    <a:schemeClr val="lt1"/>
                  </a:solidFill>
                  <a:latin typeface="Calibri"/>
                  <a:ea typeface="Calibri"/>
                  <a:cs typeface="Calibri"/>
                  <a:sym typeface="Calibri"/>
                </a:rPr>
                <a:t>DENTAIRE</a:t>
              </a:r>
              <a:endParaRPr/>
            </a:p>
            <a:p>
              <a:pPr indent="0" lvl="0" marL="0" marR="0" rtl="0" algn="ctr">
                <a:spcBef>
                  <a:spcPts val="0"/>
                </a:spcBef>
                <a:spcAft>
                  <a:spcPts val="0"/>
                </a:spcAft>
                <a:buNone/>
              </a:pPr>
              <a:r>
                <a:rPr b="1" lang="fr-FR" sz="2000">
                  <a:solidFill>
                    <a:schemeClr val="lt1"/>
                  </a:solidFill>
                  <a:latin typeface="Calibri"/>
                  <a:ea typeface="Calibri"/>
                  <a:cs typeface="Calibri"/>
                  <a:sym typeface="Calibri"/>
                </a:rPr>
                <a:t>AUDIO</a:t>
              </a:r>
              <a:endParaRPr/>
            </a:p>
            <a:p>
              <a:pPr indent="0" lvl="0" marL="0" marR="0" rtl="0" algn="ctr">
                <a:spcBef>
                  <a:spcPts val="0"/>
                </a:spcBef>
                <a:spcAft>
                  <a:spcPts val="0"/>
                </a:spcAft>
                <a:buNone/>
              </a:pPr>
              <a:r>
                <a:rPr b="1" lang="fr-FR" sz="2000">
                  <a:solidFill>
                    <a:schemeClr val="lt1"/>
                  </a:solidFill>
                  <a:latin typeface="Calibri"/>
                  <a:ea typeface="Calibri"/>
                  <a:cs typeface="Calibri"/>
                  <a:sym typeface="Calibri"/>
                </a:rPr>
                <a:t>-14%</a:t>
              </a:r>
              <a:endParaRPr/>
            </a:p>
          </p:txBody>
        </p:sp>
      </p:grpSp>
      <p:grpSp>
        <p:nvGrpSpPr>
          <p:cNvPr id="157" name="Google Shape;157;p16"/>
          <p:cNvGrpSpPr/>
          <p:nvPr/>
        </p:nvGrpSpPr>
        <p:grpSpPr>
          <a:xfrm>
            <a:off x="101600" y="50152"/>
            <a:ext cx="6686550" cy="746301"/>
            <a:chOff x="101600" y="50152"/>
            <a:chExt cx="6686550" cy="746301"/>
          </a:xfrm>
        </p:grpSpPr>
        <p:grpSp>
          <p:nvGrpSpPr>
            <p:cNvPr id="158" name="Google Shape;158;p16"/>
            <p:cNvGrpSpPr/>
            <p:nvPr/>
          </p:nvGrpSpPr>
          <p:grpSpPr>
            <a:xfrm>
              <a:off x="101600" y="93434"/>
              <a:ext cx="6686550" cy="628650"/>
              <a:chOff x="101600" y="93434"/>
              <a:chExt cx="6686550" cy="628650"/>
            </a:xfrm>
          </p:grpSpPr>
          <p:sp>
            <p:nvSpPr>
              <p:cNvPr id="159" name="Google Shape;159;p16"/>
              <p:cNvSpPr/>
              <p:nvPr/>
            </p:nvSpPr>
            <p:spPr>
              <a:xfrm>
                <a:off x="101600" y="93434"/>
                <a:ext cx="6686550" cy="628650"/>
              </a:xfrm>
              <a:prstGeom prst="roundRect">
                <a:avLst>
                  <a:gd fmla="val 16667" name="adj"/>
                </a:avLst>
              </a:prstGeom>
              <a:solidFill>
                <a:schemeClr val="lt1"/>
              </a:solidFill>
              <a:ln cap="flat" cmpd="sng" w="4445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fr-FR" sz="1800">
                    <a:solidFill>
                      <a:schemeClr val="dk1"/>
                    </a:solidFill>
                    <a:latin typeface="Calibri"/>
                    <a:ea typeface="Calibri"/>
                    <a:cs typeface="Calibri"/>
                    <a:sym typeface="Calibri"/>
                  </a:rPr>
                  <a:t>       Liberté   by                                      assuré par                                 </a:t>
                </a:r>
                <a:endParaRPr/>
              </a:p>
            </p:txBody>
          </p:sp>
          <p:pic>
            <p:nvPicPr>
              <p:cNvPr id="160" name="Google Shape;160;p16"/>
              <p:cNvPicPr preferRelativeResize="0"/>
              <p:nvPr/>
            </p:nvPicPr>
            <p:blipFill rotWithShape="1">
              <a:blip r:embed="rId5">
                <a:alphaModFix/>
              </a:blip>
              <a:srcRect b="59918" l="64046" r="10153" t="26807"/>
              <a:stretch/>
            </p:blipFill>
            <p:spPr>
              <a:xfrm>
                <a:off x="2040425" y="146328"/>
                <a:ext cx="912258" cy="520958"/>
              </a:xfrm>
              <a:prstGeom prst="rect">
                <a:avLst/>
              </a:prstGeom>
              <a:noFill/>
              <a:ln>
                <a:noFill/>
              </a:ln>
            </p:spPr>
          </p:pic>
        </p:grpSp>
        <p:pic>
          <p:nvPicPr>
            <p:cNvPr descr="Animaux Santé | Mutuelle Animaux" id="161" name="Google Shape;161;p16"/>
            <p:cNvPicPr preferRelativeResize="0"/>
            <p:nvPr/>
          </p:nvPicPr>
          <p:blipFill rotWithShape="1">
            <a:blip r:embed="rId6">
              <a:alphaModFix/>
            </a:blip>
            <a:srcRect b="0" l="0" r="0" t="0"/>
            <a:stretch/>
          </p:blipFill>
          <p:spPr>
            <a:xfrm>
              <a:off x="4772456" y="50152"/>
              <a:ext cx="1931603" cy="746301"/>
            </a:xfrm>
            <a:prstGeom prst="rect">
              <a:avLst/>
            </a:prstGeom>
            <a:noFill/>
            <a:ln>
              <a:noFill/>
            </a:ln>
          </p:spPr>
        </p:pic>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pic>
        <p:nvPicPr>
          <p:cNvPr descr="Bouton Logo Les Dents - Images vectorielles gratuites sur Pixabay - Pixabay" id="166" name="Google Shape;166;p17"/>
          <p:cNvPicPr preferRelativeResize="0"/>
          <p:nvPr/>
        </p:nvPicPr>
        <p:blipFill rotWithShape="1">
          <a:blip r:embed="rId3">
            <a:alphaModFix/>
          </a:blip>
          <a:srcRect b="0" l="0" r="0" t="0"/>
          <a:stretch/>
        </p:blipFill>
        <p:spPr>
          <a:xfrm>
            <a:off x="2049462" y="14272152"/>
            <a:ext cx="49067" cy="49067"/>
          </a:xfrm>
          <a:prstGeom prst="rect">
            <a:avLst/>
          </a:prstGeom>
          <a:noFill/>
          <a:ln>
            <a:noFill/>
          </a:ln>
        </p:spPr>
      </p:pic>
      <p:sp>
        <p:nvSpPr>
          <p:cNvPr id="167" name="Google Shape;167;p17"/>
          <p:cNvSpPr txBox="1"/>
          <p:nvPr/>
        </p:nvSpPr>
        <p:spPr>
          <a:xfrm>
            <a:off x="1861431" y="1016126"/>
            <a:ext cx="4684487" cy="9541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2800">
                <a:solidFill>
                  <a:srgbClr val="0070C0"/>
                </a:solidFill>
                <a:latin typeface="Calibri"/>
                <a:ea typeface="Calibri"/>
                <a:cs typeface="Calibri"/>
                <a:sym typeface="Calibri"/>
              </a:rPr>
              <a:t>Pourquoi passer par le réseau de soin Carte Blanche ?</a:t>
            </a:r>
            <a:endParaRPr/>
          </a:p>
        </p:txBody>
      </p:sp>
      <p:grpSp>
        <p:nvGrpSpPr>
          <p:cNvPr id="168" name="Google Shape;168;p17"/>
          <p:cNvGrpSpPr/>
          <p:nvPr/>
        </p:nvGrpSpPr>
        <p:grpSpPr>
          <a:xfrm>
            <a:off x="526788" y="2057326"/>
            <a:ext cx="6247576" cy="2677656"/>
            <a:chOff x="343724" y="2264276"/>
            <a:chExt cx="6069776" cy="2677656"/>
          </a:xfrm>
        </p:grpSpPr>
        <p:pic>
          <p:nvPicPr>
            <p:cNvPr descr="Feingeist - Lunette Pour Les Ecran - Free Transparent PNG Clipart Images  Download" id="169" name="Google Shape;169;p17"/>
            <p:cNvPicPr preferRelativeResize="0"/>
            <p:nvPr/>
          </p:nvPicPr>
          <p:blipFill rotWithShape="1">
            <a:blip r:embed="rId4">
              <a:alphaModFix/>
            </a:blip>
            <a:srcRect b="0" l="0" r="0" t="0"/>
            <a:stretch/>
          </p:blipFill>
          <p:spPr>
            <a:xfrm>
              <a:off x="343724" y="2264276"/>
              <a:ext cx="1272560" cy="570377"/>
            </a:xfrm>
            <a:prstGeom prst="rect">
              <a:avLst/>
            </a:prstGeom>
            <a:noFill/>
            <a:ln>
              <a:noFill/>
            </a:ln>
          </p:spPr>
        </p:pic>
        <p:sp>
          <p:nvSpPr>
            <p:cNvPr id="170" name="Google Shape;170;p17"/>
            <p:cNvSpPr txBox="1"/>
            <p:nvPr/>
          </p:nvSpPr>
          <p:spPr>
            <a:xfrm>
              <a:off x="1382902" y="2264276"/>
              <a:ext cx="5030598" cy="26776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400">
                  <a:solidFill>
                    <a:schemeClr val="dk1"/>
                  </a:solidFill>
                  <a:latin typeface="Calibri"/>
                  <a:ea typeface="Calibri"/>
                  <a:cs typeface="Calibri"/>
                  <a:sym typeface="Calibri"/>
                </a:rPr>
                <a:t>        Le réseau optique de Carte Blanche vous garantie:</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Des tarifs négociés pour des équipements optique (lentilles et lunettes) : </a:t>
              </a:r>
              <a:r>
                <a:rPr b="1" i="0" lang="fr-FR" sz="1400">
                  <a:solidFill>
                    <a:srgbClr val="161615"/>
                  </a:solidFill>
                  <a:latin typeface="Arial"/>
                  <a:ea typeface="Arial"/>
                  <a:cs typeface="Arial"/>
                  <a:sym typeface="Arial"/>
                </a:rPr>
                <a:t>jusqu’à 40 % </a:t>
              </a:r>
              <a:r>
                <a:rPr b="0" i="0" lang="fr-FR" sz="1400">
                  <a:solidFill>
                    <a:srgbClr val="161615"/>
                  </a:solidFill>
                  <a:latin typeface="Arial"/>
                  <a:ea typeface="Arial"/>
                  <a:cs typeface="Arial"/>
                  <a:sym typeface="Arial"/>
                </a:rPr>
                <a:t>de réduction.</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Des garanties supplémentaires: comme une protection contre la casse pendant 2 ans, l’adaptation des verres pendant 6 mois, L’entretien et le réajustement des lunettes gratuits chez l’opticien fournisseur.</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Un large choix grâce à un catalogue de plus de </a:t>
              </a:r>
              <a:r>
                <a:rPr b="1" i="0" lang="fr-FR" sz="1400">
                  <a:solidFill>
                    <a:srgbClr val="161615"/>
                  </a:solidFill>
                  <a:latin typeface="Arial"/>
                  <a:ea typeface="Arial"/>
                  <a:cs typeface="Arial"/>
                  <a:sym typeface="Arial"/>
                </a:rPr>
                <a:t>66 000 </a:t>
              </a:r>
              <a:r>
                <a:rPr b="0" i="0" lang="fr-FR" sz="1400">
                  <a:solidFill>
                    <a:srgbClr val="161615"/>
                  </a:solidFill>
                  <a:latin typeface="Arial"/>
                  <a:ea typeface="Arial"/>
                  <a:cs typeface="Arial"/>
                  <a:sym typeface="Arial"/>
                </a:rPr>
                <a:t>références.</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Un tiers payant pour ne pas avancer d’argent à l’achat d’une paire de lunettes ou de lentilles.</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Deux devis complets avant l’achat d’un équipement optique.</a:t>
              </a:r>
              <a:endParaRPr/>
            </a:p>
          </p:txBody>
        </p:sp>
      </p:grpSp>
      <p:grpSp>
        <p:nvGrpSpPr>
          <p:cNvPr id="171" name="Google Shape;171;p17"/>
          <p:cNvGrpSpPr/>
          <p:nvPr/>
        </p:nvGrpSpPr>
        <p:grpSpPr>
          <a:xfrm>
            <a:off x="1954742" y="4890676"/>
            <a:ext cx="4970666" cy="954107"/>
            <a:chOff x="1730184" y="4376845"/>
            <a:chExt cx="4992359" cy="954107"/>
          </a:xfrm>
        </p:grpSpPr>
        <p:pic>
          <p:nvPicPr>
            <p:cNvPr descr="Icône D'oreille Pour Vos Sites De Conception Et Projets PNG , Audio, Oreille,  Écoutez Licône PNG et vecteur pour téléchargement gratuit" id="172" name="Google Shape;172;p17"/>
            <p:cNvPicPr preferRelativeResize="0"/>
            <p:nvPr/>
          </p:nvPicPr>
          <p:blipFill rotWithShape="1">
            <a:blip r:embed="rId5">
              <a:alphaModFix/>
            </a:blip>
            <a:srcRect b="18905" l="27976" r="29441" t="19011"/>
            <a:stretch/>
          </p:blipFill>
          <p:spPr>
            <a:xfrm>
              <a:off x="1730184" y="4471524"/>
              <a:ext cx="445059" cy="648876"/>
            </a:xfrm>
            <a:prstGeom prst="rect">
              <a:avLst/>
            </a:prstGeom>
            <a:noFill/>
            <a:ln>
              <a:noFill/>
            </a:ln>
          </p:spPr>
        </p:pic>
        <p:sp>
          <p:nvSpPr>
            <p:cNvPr id="173" name="Google Shape;173;p17"/>
            <p:cNvSpPr txBox="1"/>
            <p:nvPr/>
          </p:nvSpPr>
          <p:spPr>
            <a:xfrm>
              <a:off x="2175244" y="4376845"/>
              <a:ext cx="4547299"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400">
                  <a:solidFill>
                    <a:schemeClr val="dk1"/>
                  </a:solidFill>
                  <a:latin typeface="Calibri"/>
                  <a:ea typeface="Calibri"/>
                  <a:cs typeface="Calibri"/>
                  <a:sym typeface="Calibri"/>
                </a:rPr>
                <a:t>        Le réseau Audio de Carte Blanche vous garantie:</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des tarifs négociés (jusqu’à 20 % de réduction), une vraie expertise, des facilités de paiement et un suivi régulier pour adapter au mieux vos appareils auditifs.</a:t>
              </a:r>
              <a:endParaRPr/>
            </a:p>
          </p:txBody>
        </p:sp>
      </p:grpSp>
      <p:grpSp>
        <p:nvGrpSpPr>
          <p:cNvPr id="174" name="Google Shape;174;p17"/>
          <p:cNvGrpSpPr/>
          <p:nvPr/>
        </p:nvGrpSpPr>
        <p:grpSpPr>
          <a:xfrm>
            <a:off x="36855" y="6000478"/>
            <a:ext cx="6688442" cy="2462213"/>
            <a:chOff x="521694" y="6041286"/>
            <a:chExt cx="5897889" cy="2462213"/>
          </a:xfrm>
        </p:grpSpPr>
        <p:pic>
          <p:nvPicPr>
            <p:cNvPr descr="Bouton Logo Les Dents - Images vectorielles gratuites sur Pixabay - Pixabay" id="175" name="Google Shape;175;p17"/>
            <p:cNvPicPr preferRelativeResize="0"/>
            <p:nvPr/>
          </p:nvPicPr>
          <p:blipFill rotWithShape="1">
            <a:blip r:embed="rId3">
              <a:alphaModFix/>
            </a:blip>
            <a:srcRect b="0" l="0" r="0" t="0"/>
            <a:stretch/>
          </p:blipFill>
          <p:spPr>
            <a:xfrm>
              <a:off x="521694" y="6128182"/>
              <a:ext cx="665284" cy="665284"/>
            </a:xfrm>
            <a:prstGeom prst="rect">
              <a:avLst/>
            </a:prstGeom>
            <a:noFill/>
            <a:ln>
              <a:noFill/>
            </a:ln>
          </p:spPr>
        </p:pic>
        <p:sp>
          <p:nvSpPr>
            <p:cNvPr id="176" name="Google Shape;176;p17"/>
            <p:cNvSpPr txBox="1"/>
            <p:nvPr/>
          </p:nvSpPr>
          <p:spPr>
            <a:xfrm>
              <a:off x="1144276" y="6041286"/>
              <a:ext cx="5275307" cy="24622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400">
                  <a:solidFill>
                    <a:schemeClr val="dk1"/>
                  </a:solidFill>
                  <a:latin typeface="Calibri"/>
                  <a:ea typeface="Calibri"/>
                  <a:cs typeface="Calibri"/>
                  <a:sym typeface="Calibri"/>
                </a:rPr>
                <a:t>       Le partenariat Dentaire de Carte Blanche vous garantie:</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Des tarifs négociés pour les prothèses dentaires : jusqu’à 15 % de réduction.</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Un équipement de qualité grâce à la traçabilité des prothèses dentaires (certification des laboratoires choisis et respect des règlements européens).</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Une prévention bucco-dentaire favorisée grâce au partenariat avec l’UFSBD (Union Française pour la Santé Bucco Dentaire).</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Un tiers payant national pour ne pas avancer les frais de vos soins.</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Un annuaire des dentistes partenaires en ligne pour trouver le professionnel le plus proche de vous</a:t>
              </a:r>
              <a:endParaRPr/>
            </a:p>
          </p:txBody>
        </p:sp>
      </p:grpSp>
      <p:grpSp>
        <p:nvGrpSpPr>
          <p:cNvPr id="177" name="Google Shape;177;p17"/>
          <p:cNvGrpSpPr/>
          <p:nvPr/>
        </p:nvGrpSpPr>
        <p:grpSpPr>
          <a:xfrm>
            <a:off x="1425933" y="8618386"/>
            <a:ext cx="5250295" cy="954107"/>
            <a:chOff x="1261356" y="7842852"/>
            <a:chExt cx="5526794" cy="954107"/>
          </a:xfrm>
        </p:grpSpPr>
        <p:pic>
          <p:nvPicPr>
            <p:cNvPr descr="Centre d'ostéopathie - Roxane Gervais St-Amour D.O." id="178" name="Google Shape;178;p17"/>
            <p:cNvPicPr preferRelativeResize="0"/>
            <p:nvPr/>
          </p:nvPicPr>
          <p:blipFill rotWithShape="1">
            <a:blip r:embed="rId6">
              <a:alphaModFix/>
            </a:blip>
            <a:srcRect b="0" l="0" r="0" t="0"/>
            <a:stretch/>
          </p:blipFill>
          <p:spPr>
            <a:xfrm>
              <a:off x="1261356" y="7910070"/>
              <a:ext cx="719680" cy="722893"/>
            </a:xfrm>
            <a:prstGeom prst="rect">
              <a:avLst/>
            </a:prstGeom>
            <a:noFill/>
            <a:ln>
              <a:noFill/>
            </a:ln>
          </p:spPr>
        </p:pic>
        <p:sp>
          <p:nvSpPr>
            <p:cNvPr id="179" name="Google Shape;179;p17"/>
            <p:cNvSpPr txBox="1"/>
            <p:nvPr/>
          </p:nvSpPr>
          <p:spPr>
            <a:xfrm>
              <a:off x="1860500" y="7842852"/>
              <a:ext cx="4927650"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400">
                  <a:solidFill>
                    <a:schemeClr val="dk1"/>
                  </a:solidFill>
                  <a:latin typeface="Calibri"/>
                  <a:ea typeface="Calibri"/>
                  <a:cs typeface="Calibri"/>
                  <a:sym typeface="Calibri"/>
                </a:rPr>
                <a:t>        Le réseau Prévention de Carte Blanche vous garantie:</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Un accès à la pratique de certaines médecines douces (chez l’ostéopathe, le diététicien, le pédicure, le podologue…).</a:t>
              </a:r>
              <a:endParaRPr/>
            </a:p>
          </p:txBody>
        </p:sp>
      </p:grpSp>
      <p:pic>
        <p:nvPicPr>
          <p:cNvPr id="180" name="Google Shape;180;p17">
            <a:hlinkClick r:id="rId7"/>
          </p:cNvPr>
          <p:cNvPicPr preferRelativeResize="0"/>
          <p:nvPr/>
        </p:nvPicPr>
        <p:blipFill rotWithShape="1">
          <a:blip r:embed="rId8">
            <a:alphaModFix/>
          </a:blip>
          <a:srcRect b="0" l="0" r="0" t="0"/>
          <a:stretch/>
        </p:blipFill>
        <p:spPr>
          <a:xfrm>
            <a:off x="862202" y="952573"/>
            <a:ext cx="1092540" cy="1040716"/>
          </a:xfrm>
          <a:prstGeom prst="rect">
            <a:avLst/>
          </a:prstGeom>
          <a:noFill/>
          <a:ln>
            <a:noFill/>
          </a:ln>
        </p:spPr>
      </p:pic>
      <p:grpSp>
        <p:nvGrpSpPr>
          <p:cNvPr id="181" name="Google Shape;181;p17"/>
          <p:cNvGrpSpPr/>
          <p:nvPr/>
        </p:nvGrpSpPr>
        <p:grpSpPr>
          <a:xfrm>
            <a:off x="101600" y="50152"/>
            <a:ext cx="6686550" cy="746301"/>
            <a:chOff x="101600" y="50152"/>
            <a:chExt cx="6686550" cy="746301"/>
          </a:xfrm>
        </p:grpSpPr>
        <p:grpSp>
          <p:nvGrpSpPr>
            <p:cNvPr id="182" name="Google Shape;182;p17"/>
            <p:cNvGrpSpPr/>
            <p:nvPr/>
          </p:nvGrpSpPr>
          <p:grpSpPr>
            <a:xfrm>
              <a:off x="101600" y="93434"/>
              <a:ext cx="6686550" cy="628650"/>
              <a:chOff x="101600" y="93434"/>
              <a:chExt cx="6686550" cy="628650"/>
            </a:xfrm>
          </p:grpSpPr>
          <p:sp>
            <p:nvSpPr>
              <p:cNvPr id="183" name="Google Shape;183;p17"/>
              <p:cNvSpPr/>
              <p:nvPr/>
            </p:nvSpPr>
            <p:spPr>
              <a:xfrm>
                <a:off x="101600" y="93434"/>
                <a:ext cx="6686550" cy="628650"/>
              </a:xfrm>
              <a:prstGeom prst="roundRect">
                <a:avLst>
                  <a:gd fmla="val 16667" name="adj"/>
                </a:avLst>
              </a:prstGeom>
              <a:solidFill>
                <a:schemeClr val="lt1"/>
              </a:solidFill>
              <a:ln cap="flat" cmpd="sng" w="4445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fr-FR" sz="1800">
                    <a:solidFill>
                      <a:schemeClr val="dk1"/>
                    </a:solidFill>
                    <a:latin typeface="Calibri"/>
                    <a:ea typeface="Calibri"/>
                    <a:cs typeface="Calibri"/>
                    <a:sym typeface="Calibri"/>
                  </a:rPr>
                  <a:t>       Liberté   by                                      assuré par                                 </a:t>
                </a:r>
                <a:endParaRPr/>
              </a:p>
            </p:txBody>
          </p:sp>
          <p:pic>
            <p:nvPicPr>
              <p:cNvPr id="184" name="Google Shape;184;p17"/>
              <p:cNvPicPr preferRelativeResize="0"/>
              <p:nvPr/>
            </p:nvPicPr>
            <p:blipFill rotWithShape="1">
              <a:blip r:embed="rId9">
                <a:alphaModFix/>
              </a:blip>
              <a:srcRect b="59918" l="64046" r="10153" t="26807"/>
              <a:stretch/>
            </p:blipFill>
            <p:spPr>
              <a:xfrm>
                <a:off x="2040425" y="146328"/>
                <a:ext cx="912258" cy="520958"/>
              </a:xfrm>
              <a:prstGeom prst="rect">
                <a:avLst/>
              </a:prstGeom>
              <a:noFill/>
              <a:ln>
                <a:noFill/>
              </a:ln>
            </p:spPr>
          </p:pic>
        </p:grpSp>
        <p:pic>
          <p:nvPicPr>
            <p:cNvPr descr="Animaux Santé | Mutuelle Animaux" id="185" name="Google Shape;185;p17"/>
            <p:cNvPicPr preferRelativeResize="0"/>
            <p:nvPr/>
          </p:nvPicPr>
          <p:blipFill rotWithShape="1">
            <a:blip r:embed="rId10">
              <a:alphaModFix/>
            </a:blip>
            <a:srcRect b="0" l="0" r="0" t="0"/>
            <a:stretch/>
          </p:blipFill>
          <p:spPr>
            <a:xfrm>
              <a:off x="4772456" y="50152"/>
              <a:ext cx="1931603" cy="746301"/>
            </a:xfrm>
            <a:prstGeom prst="rect">
              <a:avLst/>
            </a:prstGeom>
            <a:noFill/>
            <a:ln>
              <a:noFill/>
            </a:ln>
          </p:spPr>
        </p:pic>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descr="Bouton Logo Les Dents - Images vectorielles gratuites sur Pixabay - Pixabay" id="190" name="Google Shape;190;p18"/>
          <p:cNvPicPr preferRelativeResize="0"/>
          <p:nvPr/>
        </p:nvPicPr>
        <p:blipFill rotWithShape="1">
          <a:blip r:embed="rId3">
            <a:alphaModFix/>
          </a:blip>
          <a:srcRect b="0" l="0" r="0" t="0"/>
          <a:stretch/>
        </p:blipFill>
        <p:spPr>
          <a:xfrm>
            <a:off x="2049462" y="14272152"/>
            <a:ext cx="49067" cy="49067"/>
          </a:xfrm>
          <a:prstGeom prst="rect">
            <a:avLst/>
          </a:prstGeom>
          <a:noFill/>
          <a:ln>
            <a:noFill/>
          </a:ln>
        </p:spPr>
      </p:pic>
      <p:grpSp>
        <p:nvGrpSpPr>
          <p:cNvPr id="191" name="Google Shape;191;p18"/>
          <p:cNvGrpSpPr/>
          <p:nvPr/>
        </p:nvGrpSpPr>
        <p:grpSpPr>
          <a:xfrm>
            <a:off x="101600" y="50152"/>
            <a:ext cx="6686550" cy="746301"/>
            <a:chOff x="101600" y="50152"/>
            <a:chExt cx="6686550" cy="746301"/>
          </a:xfrm>
        </p:grpSpPr>
        <p:grpSp>
          <p:nvGrpSpPr>
            <p:cNvPr id="192" name="Google Shape;192;p18"/>
            <p:cNvGrpSpPr/>
            <p:nvPr/>
          </p:nvGrpSpPr>
          <p:grpSpPr>
            <a:xfrm>
              <a:off x="101600" y="93434"/>
              <a:ext cx="6686550" cy="628650"/>
              <a:chOff x="101600" y="93434"/>
              <a:chExt cx="6686550" cy="628650"/>
            </a:xfrm>
          </p:grpSpPr>
          <p:sp>
            <p:nvSpPr>
              <p:cNvPr id="193" name="Google Shape;193;p18"/>
              <p:cNvSpPr/>
              <p:nvPr/>
            </p:nvSpPr>
            <p:spPr>
              <a:xfrm>
                <a:off x="101600" y="93434"/>
                <a:ext cx="6686550" cy="628650"/>
              </a:xfrm>
              <a:prstGeom prst="roundRect">
                <a:avLst>
                  <a:gd fmla="val 16667" name="adj"/>
                </a:avLst>
              </a:prstGeom>
              <a:solidFill>
                <a:schemeClr val="lt1"/>
              </a:solidFill>
              <a:ln cap="flat" cmpd="sng" w="4445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fr-FR" sz="1800">
                    <a:solidFill>
                      <a:schemeClr val="dk1"/>
                    </a:solidFill>
                    <a:latin typeface="Calibri"/>
                    <a:ea typeface="Calibri"/>
                    <a:cs typeface="Calibri"/>
                    <a:sym typeface="Calibri"/>
                  </a:rPr>
                  <a:t>       Liberté   by                                      assuré par                                 </a:t>
                </a:r>
                <a:endParaRPr/>
              </a:p>
            </p:txBody>
          </p:sp>
          <p:pic>
            <p:nvPicPr>
              <p:cNvPr id="194" name="Google Shape;194;p18"/>
              <p:cNvPicPr preferRelativeResize="0"/>
              <p:nvPr/>
            </p:nvPicPr>
            <p:blipFill rotWithShape="1">
              <a:blip r:embed="rId4">
                <a:alphaModFix/>
              </a:blip>
              <a:srcRect b="59918" l="64046" r="10153" t="26807"/>
              <a:stretch/>
            </p:blipFill>
            <p:spPr>
              <a:xfrm>
                <a:off x="2040425" y="146328"/>
                <a:ext cx="912258" cy="520958"/>
              </a:xfrm>
              <a:prstGeom prst="rect">
                <a:avLst/>
              </a:prstGeom>
              <a:noFill/>
              <a:ln>
                <a:noFill/>
              </a:ln>
            </p:spPr>
          </p:pic>
        </p:grpSp>
        <p:pic>
          <p:nvPicPr>
            <p:cNvPr descr="Animaux Santé | Mutuelle Animaux" id="195" name="Google Shape;195;p18"/>
            <p:cNvPicPr preferRelativeResize="0"/>
            <p:nvPr/>
          </p:nvPicPr>
          <p:blipFill rotWithShape="1">
            <a:blip r:embed="rId5">
              <a:alphaModFix/>
            </a:blip>
            <a:srcRect b="0" l="0" r="0" t="0"/>
            <a:stretch/>
          </p:blipFill>
          <p:spPr>
            <a:xfrm>
              <a:off x="4772456" y="50152"/>
              <a:ext cx="1931603" cy="746301"/>
            </a:xfrm>
            <a:prstGeom prst="rect">
              <a:avLst/>
            </a:prstGeom>
            <a:noFill/>
            <a:ln>
              <a:noFill/>
            </a:ln>
          </p:spPr>
        </p:pic>
      </p:grpSp>
      <p:sp>
        <p:nvSpPr>
          <p:cNvPr id="196" name="Google Shape;196;p18"/>
          <p:cNvSpPr txBox="1"/>
          <p:nvPr/>
        </p:nvSpPr>
        <p:spPr>
          <a:xfrm>
            <a:off x="1771536" y="1261789"/>
            <a:ext cx="4684487" cy="9541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2800">
                <a:solidFill>
                  <a:srgbClr val="0070C0"/>
                </a:solidFill>
                <a:latin typeface="Calibri"/>
                <a:ea typeface="Calibri"/>
                <a:cs typeface="Calibri"/>
                <a:sym typeface="Calibri"/>
              </a:rPr>
              <a:t>Pourquoi faire appel à l’assistance MONDIAL ?</a:t>
            </a:r>
            <a:endParaRPr/>
          </a:p>
        </p:txBody>
      </p:sp>
      <p:sp>
        <p:nvSpPr>
          <p:cNvPr id="197" name="Google Shape;197;p18"/>
          <p:cNvSpPr txBox="1"/>
          <p:nvPr/>
        </p:nvSpPr>
        <p:spPr>
          <a:xfrm>
            <a:off x="1089547" y="2440882"/>
            <a:ext cx="4910337"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800">
                <a:solidFill>
                  <a:schemeClr val="dk1"/>
                </a:solidFill>
                <a:latin typeface="Calibri"/>
                <a:ea typeface="Calibri"/>
                <a:cs typeface="Calibri"/>
                <a:sym typeface="Calibri"/>
              </a:rPr>
              <a:t>En cas d’hospitalisation ou d’immobilisation, </a:t>
            </a:r>
            <a:endParaRPr/>
          </a:p>
          <a:p>
            <a:pPr indent="0" lvl="0" marL="0" marR="0" rtl="0" algn="ctr">
              <a:spcBef>
                <a:spcPts val="0"/>
              </a:spcBef>
              <a:spcAft>
                <a:spcPts val="0"/>
              </a:spcAft>
              <a:buNone/>
            </a:pPr>
            <a:r>
              <a:rPr b="1" lang="fr-FR" sz="1800">
                <a:solidFill>
                  <a:schemeClr val="dk1"/>
                </a:solidFill>
                <a:latin typeface="Calibri"/>
                <a:ea typeface="Calibri"/>
                <a:cs typeface="Calibri"/>
                <a:sym typeface="Calibri"/>
              </a:rPr>
              <a:t>MONDIAL Assistance, vous propose gratuitement:</a:t>
            </a:r>
            <a:endParaRPr/>
          </a:p>
        </p:txBody>
      </p:sp>
      <p:grpSp>
        <p:nvGrpSpPr>
          <p:cNvPr id="198" name="Google Shape;198;p18"/>
          <p:cNvGrpSpPr/>
          <p:nvPr/>
        </p:nvGrpSpPr>
        <p:grpSpPr>
          <a:xfrm>
            <a:off x="253134" y="3372455"/>
            <a:ext cx="6020613" cy="811475"/>
            <a:chOff x="400050" y="2786464"/>
            <a:chExt cx="6020613" cy="811475"/>
          </a:xfrm>
        </p:grpSpPr>
        <p:sp>
          <p:nvSpPr>
            <p:cNvPr id="199" name="Google Shape;199;p18"/>
            <p:cNvSpPr txBox="1"/>
            <p:nvPr/>
          </p:nvSpPr>
          <p:spPr>
            <a:xfrm>
              <a:off x="987223" y="2897890"/>
              <a:ext cx="5433440" cy="307777"/>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De l’aide à domicile: (ménage, repas, vaisselle, course à proximité)</a:t>
              </a:r>
              <a:endParaRPr/>
            </a:p>
          </p:txBody>
        </p:sp>
        <p:pic>
          <p:nvPicPr>
            <p:cNvPr id="200" name="Google Shape;200;p18"/>
            <p:cNvPicPr preferRelativeResize="0"/>
            <p:nvPr/>
          </p:nvPicPr>
          <p:blipFill rotWithShape="1">
            <a:blip r:embed="rId6">
              <a:alphaModFix/>
            </a:blip>
            <a:srcRect b="0" l="0" r="0" t="0"/>
            <a:stretch/>
          </p:blipFill>
          <p:spPr>
            <a:xfrm>
              <a:off x="400050" y="2786464"/>
              <a:ext cx="591075" cy="811475"/>
            </a:xfrm>
            <a:prstGeom prst="rect">
              <a:avLst/>
            </a:prstGeom>
            <a:noFill/>
            <a:ln>
              <a:noFill/>
            </a:ln>
          </p:spPr>
        </p:pic>
      </p:grpSp>
      <p:grpSp>
        <p:nvGrpSpPr>
          <p:cNvPr id="201" name="Google Shape;201;p18"/>
          <p:cNvGrpSpPr/>
          <p:nvPr/>
        </p:nvGrpSpPr>
        <p:grpSpPr>
          <a:xfrm>
            <a:off x="964936" y="4340882"/>
            <a:ext cx="5639929" cy="662278"/>
            <a:chOff x="222327" y="3957748"/>
            <a:chExt cx="6053947" cy="662278"/>
          </a:xfrm>
        </p:grpSpPr>
        <p:sp>
          <p:nvSpPr>
            <p:cNvPr id="202" name="Google Shape;202;p18"/>
            <p:cNvSpPr txBox="1"/>
            <p:nvPr/>
          </p:nvSpPr>
          <p:spPr>
            <a:xfrm>
              <a:off x="943701" y="4097900"/>
              <a:ext cx="5332573" cy="307777"/>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161615"/>
                </a:buClr>
                <a:buSzPts val="1400"/>
                <a:buFont typeface="Noto Sans Symbols"/>
                <a:buChar char="▪"/>
              </a:pPr>
              <a:r>
                <a:rPr lang="fr-FR" sz="1400">
                  <a:solidFill>
                    <a:srgbClr val="161615"/>
                  </a:solidFill>
                  <a:latin typeface="Arial"/>
                  <a:ea typeface="Arial"/>
                  <a:cs typeface="Arial"/>
                  <a:sym typeface="Arial"/>
                </a:rPr>
                <a:t>Livraison des médicaments et matériel médical</a:t>
              </a:r>
              <a:endParaRPr b="0" i="0" sz="1400">
                <a:solidFill>
                  <a:srgbClr val="161615"/>
                </a:solidFill>
                <a:latin typeface="Arial"/>
                <a:ea typeface="Arial"/>
                <a:cs typeface="Arial"/>
                <a:sym typeface="Arial"/>
              </a:endParaRPr>
            </a:p>
          </p:txBody>
        </p:sp>
        <p:pic>
          <p:nvPicPr>
            <p:cNvPr id="203" name="Google Shape;203;p18"/>
            <p:cNvPicPr preferRelativeResize="0"/>
            <p:nvPr/>
          </p:nvPicPr>
          <p:blipFill rotWithShape="1">
            <a:blip r:embed="rId7">
              <a:alphaModFix/>
            </a:blip>
            <a:srcRect b="0" l="0" r="0" t="0"/>
            <a:stretch/>
          </p:blipFill>
          <p:spPr>
            <a:xfrm>
              <a:off x="222327" y="3957748"/>
              <a:ext cx="768798" cy="662278"/>
            </a:xfrm>
            <a:prstGeom prst="rect">
              <a:avLst/>
            </a:prstGeom>
            <a:noFill/>
            <a:ln>
              <a:noFill/>
            </a:ln>
          </p:spPr>
        </p:pic>
      </p:grpSp>
      <p:grpSp>
        <p:nvGrpSpPr>
          <p:cNvPr id="204" name="Google Shape;204;p18"/>
          <p:cNvGrpSpPr/>
          <p:nvPr/>
        </p:nvGrpSpPr>
        <p:grpSpPr>
          <a:xfrm>
            <a:off x="478237" y="5692536"/>
            <a:ext cx="5625681" cy="698501"/>
            <a:chOff x="252596" y="7749113"/>
            <a:chExt cx="5625681" cy="698501"/>
          </a:xfrm>
        </p:grpSpPr>
        <p:pic>
          <p:nvPicPr>
            <p:cNvPr id="205" name="Google Shape;205;p18"/>
            <p:cNvPicPr preferRelativeResize="0"/>
            <p:nvPr/>
          </p:nvPicPr>
          <p:blipFill rotWithShape="1">
            <a:blip r:embed="rId8">
              <a:alphaModFix/>
            </a:blip>
            <a:srcRect b="0" l="0" r="0" t="0"/>
            <a:stretch/>
          </p:blipFill>
          <p:spPr>
            <a:xfrm>
              <a:off x="252596" y="7749113"/>
              <a:ext cx="765169" cy="698501"/>
            </a:xfrm>
            <a:prstGeom prst="rect">
              <a:avLst/>
            </a:prstGeom>
            <a:noFill/>
            <a:ln>
              <a:noFill/>
            </a:ln>
          </p:spPr>
        </p:pic>
        <p:sp>
          <p:nvSpPr>
            <p:cNvPr id="206" name="Google Shape;206;p18"/>
            <p:cNvSpPr txBox="1"/>
            <p:nvPr/>
          </p:nvSpPr>
          <p:spPr>
            <a:xfrm>
              <a:off x="1017765" y="7903002"/>
              <a:ext cx="4860512" cy="307777"/>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161615"/>
                </a:buClr>
                <a:buSzPts val="1400"/>
                <a:buFont typeface="Noto Sans Symbols"/>
                <a:buChar char="▪"/>
              </a:pPr>
              <a:r>
                <a:rPr lang="fr-FR" sz="1400">
                  <a:solidFill>
                    <a:srgbClr val="161615"/>
                  </a:solidFill>
                  <a:latin typeface="Arial"/>
                  <a:ea typeface="Arial"/>
                  <a:cs typeface="Arial"/>
                  <a:sym typeface="Arial"/>
                </a:rPr>
                <a:t>Un soutien pédagogique pour les enfants immobilisés</a:t>
              </a:r>
              <a:endParaRPr/>
            </a:p>
          </p:txBody>
        </p:sp>
      </p:grpSp>
      <p:pic>
        <p:nvPicPr>
          <p:cNvPr descr="Mondial" id="207" name="Google Shape;207;p18">
            <a:hlinkClick r:id="rId9"/>
          </p:cNvPr>
          <p:cNvPicPr preferRelativeResize="0"/>
          <p:nvPr/>
        </p:nvPicPr>
        <p:blipFill rotWithShape="1">
          <a:blip r:embed="rId10">
            <a:alphaModFix/>
          </a:blip>
          <a:srcRect b="7096" l="5390" r="5199" t="6452"/>
          <a:stretch/>
        </p:blipFill>
        <p:spPr>
          <a:xfrm>
            <a:off x="478237" y="1370247"/>
            <a:ext cx="1387521" cy="69662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pic>
        <p:nvPicPr>
          <p:cNvPr descr="Bouton Logo Les Dents - Images vectorielles gratuites sur Pixabay - Pixabay" id="212" name="Google Shape;212;p19"/>
          <p:cNvPicPr preferRelativeResize="0"/>
          <p:nvPr/>
        </p:nvPicPr>
        <p:blipFill rotWithShape="1">
          <a:blip r:embed="rId3">
            <a:alphaModFix/>
          </a:blip>
          <a:srcRect b="0" l="0" r="0" t="0"/>
          <a:stretch/>
        </p:blipFill>
        <p:spPr>
          <a:xfrm>
            <a:off x="2049462" y="14272152"/>
            <a:ext cx="49067" cy="49067"/>
          </a:xfrm>
          <a:prstGeom prst="rect">
            <a:avLst/>
          </a:prstGeom>
          <a:noFill/>
          <a:ln>
            <a:noFill/>
          </a:ln>
        </p:spPr>
      </p:pic>
      <p:pic>
        <p:nvPicPr>
          <p:cNvPr descr="100% Santé : des soins pour tous, 100% pris en charge" id="213" name="Google Shape;213;p19"/>
          <p:cNvPicPr preferRelativeResize="0"/>
          <p:nvPr/>
        </p:nvPicPr>
        <p:blipFill rotWithShape="1">
          <a:blip r:embed="rId4">
            <a:alphaModFix/>
          </a:blip>
          <a:srcRect b="13073" l="12590" r="12610" t="9007"/>
          <a:stretch/>
        </p:blipFill>
        <p:spPr>
          <a:xfrm>
            <a:off x="2566913" y="1052692"/>
            <a:ext cx="1489221" cy="1060948"/>
          </a:xfrm>
          <a:prstGeom prst="rect">
            <a:avLst/>
          </a:prstGeom>
          <a:noFill/>
          <a:ln>
            <a:noFill/>
          </a:ln>
        </p:spPr>
      </p:pic>
      <p:sp>
        <p:nvSpPr>
          <p:cNvPr id="214" name="Google Shape;214;p19"/>
          <p:cNvSpPr txBox="1"/>
          <p:nvPr/>
        </p:nvSpPr>
        <p:spPr>
          <a:xfrm>
            <a:off x="468231" y="2476003"/>
            <a:ext cx="6078619" cy="18158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600">
                <a:solidFill>
                  <a:schemeClr val="dk1"/>
                </a:solidFill>
                <a:latin typeface="Calibri"/>
                <a:ea typeface="Calibri"/>
                <a:cs typeface="Calibri"/>
                <a:sym typeface="Calibri"/>
              </a:rPr>
              <a:t>Le 100% Santé vous permet d’accéder à une offre sans reste à charge sur une sélection d’équipements en dentaire, optique et pour les aides auditives. Les paniers 100% Santé seront pris en charge intégralement par la Sécurité Sociale et la complémentaire santé.</a:t>
            </a:r>
            <a:endParaRPr/>
          </a:p>
          <a:p>
            <a:pPr indent="0" lvl="0" marL="0" marR="0" rtl="0" algn="l">
              <a:spcBef>
                <a:spcPts val="0"/>
              </a:spcBef>
              <a:spcAft>
                <a:spcPts val="0"/>
              </a:spcAft>
              <a:buNone/>
            </a:pPr>
            <a:r>
              <a:rPr lang="fr-FR" sz="1600">
                <a:solidFill>
                  <a:schemeClr val="dk1"/>
                </a:solidFill>
                <a:latin typeface="Calibri"/>
                <a:ea typeface="Calibri"/>
                <a:cs typeface="Calibri"/>
                <a:sym typeface="Calibri"/>
              </a:rPr>
              <a:t>Si vous ne souhaitez pas bénéficier des équipements compris dans ces paniers, les remboursements se feront selon le niveau de garanties que vous avez choisi.</a:t>
            </a:r>
            <a:endParaRPr/>
          </a:p>
        </p:txBody>
      </p:sp>
      <p:sp>
        <p:nvSpPr>
          <p:cNvPr id="215" name="Google Shape;215;p19"/>
          <p:cNvSpPr txBox="1"/>
          <p:nvPr/>
        </p:nvSpPr>
        <p:spPr>
          <a:xfrm>
            <a:off x="196387" y="4506949"/>
            <a:ext cx="3880676"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1600">
                <a:solidFill>
                  <a:srgbClr val="0070C0"/>
                </a:solidFill>
                <a:latin typeface="Calibri"/>
                <a:ea typeface="Calibri"/>
                <a:cs typeface="Calibri"/>
                <a:sym typeface="Calibri"/>
              </a:rPr>
              <a:t>QU’EST-CE QUI CHANGE EN PRATIQUE ?</a:t>
            </a:r>
            <a:endParaRPr/>
          </a:p>
        </p:txBody>
      </p:sp>
      <p:pic>
        <p:nvPicPr>
          <p:cNvPr id="216" name="Google Shape;216;p19"/>
          <p:cNvPicPr preferRelativeResize="0"/>
          <p:nvPr/>
        </p:nvPicPr>
        <p:blipFill rotWithShape="1">
          <a:blip r:embed="rId5">
            <a:alphaModFix/>
          </a:blip>
          <a:srcRect b="0" l="0" r="0" t="0"/>
          <a:stretch/>
        </p:blipFill>
        <p:spPr>
          <a:xfrm>
            <a:off x="468231" y="5368177"/>
            <a:ext cx="2158618" cy="1831149"/>
          </a:xfrm>
          <a:prstGeom prst="rect">
            <a:avLst/>
          </a:prstGeom>
          <a:noFill/>
          <a:ln>
            <a:noFill/>
          </a:ln>
        </p:spPr>
      </p:pic>
      <p:sp>
        <p:nvSpPr>
          <p:cNvPr id="217" name="Google Shape;217;p19"/>
          <p:cNvSpPr txBox="1"/>
          <p:nvPr/>
        </p:nvSpPr>
        <p:spPr>
          <a:xfrm>
            <a:off x="3444875" y="4969962"/>
            <a:ext cx="2460289" cy="86177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r-FR" sz="1600">
                <a:solidFill>
                  <a:schemeClr val="dk1"/>
                </a:solidFill>
                <a:latin typeface="Calibri"/>
                <a:ea typeface="Calibri"/>
                <a:cs typeface="Calibri"/>
                <a:sym typeface="Calibri"/>
              </a:rPr>
              <a:t>Le professionnel de santé </a:t>
            </a:r>
            <a:endParaRPr/>
          </a:p>
          <a:p>
            <a:pPr indent="0" lvl="0" marL="0" marR="0" rtl="0" algn="ctr">
              <a:spcBef>
                <a:spcPts val="0"/>
              </a:spcBef>
              <a:spcAft>
                <a:spcPts val="0"/>
              </a:spcAft>
              <a:buNone/>
            </a:pPr>
            <a:r>
              <a:rPr lang="fr-FR" sz="1600">
                <a:solidFill>
                  <a:schemeClr val="dk1"/>
                </a:solidFill>
                <a:latin typeface="Calibri"/>
                <a:ea typeface="Calibri"/>
                <a:cs typeface="Calibri"/>
                <a:sym typeface="Calibri"/>
              </a:rPr>
              <a:t>proposera obligatoirement </a:t>
            </a:r>
            <a:endParaRPr/>
          </a:p>
          <a:p>
            <a:pPr indent="0" lvl="0" marL="0" marR="0" rtl="0" algn="ctr">
              <a:spcBef>
                <a:spcPts val="0"/>
              </a:spcBef>
              <a:spcAft>
                <a:spcPts val="0"/>
              </a:spcAft>
              <a:buNone/>
            </a:pPr>
            <a:r>
              <a:rPr lang="fr-FR" sz="1600">
                <a:solidFill>
                  <a:srgbClr val="0070C0"/>
                </a:solidFill>
                <a:latin typeface="Calibri"/>
                <a:ea typeface="Calibri"/>
                <a:cs typeface="Calibri"/>
                <a:sym typeface="Calibri"/>
              </a:rPr>
              <a:t>2 OFFRES</a:t>
            </a:r>
            <a:endParaRPr/>
          </a:p>
        </p:txBody>
      </p:sp>
      <p:sp>
        <p:nvSpPr>
          <p:cNvPr id="218" name="Google Shape;218;p19"/>
          <p:cNvSpPr txBox="1"/>
          <p:nvPr/>
        </p:nvSpPr>
        <p:spPr>
          <a:xfrm>
            <a:off x="2578219" y="6211555"/>
            <a:ext cx="1760057"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r-FR" sz="1800">
                <a:solidFill>
                  <a:srgbClr val="00B0F0"/>
                </a:solidFill>
                <a:latin typeface="Calibri"/>
                <a:ea typeface="Calibri"/>
                <a:cs typeface="Calibri"/>
                <a:sym typeface="Calibri"/>
              </a:rPr>
              <a:t>1 Devis sans Reste à charge</a:t>
            </a:r>
            <a:endParaRPr/>
          </a:p>
        </p:txBody>
      </p:sp>
      <p:sp>
        <p:nvSpPr>
          <p:cNvPr id="219" name="Google Shape;219;p19"/>
          <p:cNvSpPr txBox="1"/>
          <p:nvPr/>
        </p:nvSpPr>
        <p:spPr>
          <a:xfrm>
            <a:off x="4829920" y="6208601"/>
            <a:ext cx="202808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r-FR" sz="1800">
                <a:solidFill>
                  <a:srgbClr val="00B0F0"/>
                </a:solidFill>
                <a:latin typeface="Calibri"/>
                <a:ea typeface="Calibri"/>
                <a:cs typeface="Calibri"/>
                <a:sym typeface="Calibri"/>
              </a:rPr>
              <a:t>1 Devis « Classique »</a:t>
            </a:r>
            <a:endParaRPr/>
          </a:p>
        </p:txBody>
      </p:sp>
      <p:sp>
        <p:nvSpPr>
          <p:cNvPr id="220" name="Google Shape;220;p19"/>
          <p:cNvSpPr txBox="1"/>
          <p:nvPr/>
        </p:nvSpPr>
        <p:spPr>
          <a:xfrm>
            <a:off x="320433" y="7864329"/>
            <a:ext cx="388067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70C0"/>
                </a:solidFill>
                <a:latin typeface="Calibri"/>
                <a:ea typeface="Calibri"/>
                <a:cs typeface="Calibri"/>
                <a:sym typeface="Calibri"/>
              </a:rPr>
              <a:t>Mais aussi:</a:t>
            </a:r>
            <a:endParaRPr/>
          </a:p>
        </p:txBody>
      </p:sp>
      <p:cxnSp>
        <p:nvCxnSpPr>
          <p:cNvPr id="221" name="Google Shape;221;p19"/>
          <p:cNvCxnSpPr/>
          <p:nvPr/>
        </p:nvCxnSpPr>
        <p:spPr>
          <a:xfrm>
            <a:off x="4760070" y="5831736"/>
            <a:ext cx="520276" cy="350519"/>
          </a:xfrm>
          <a:prstGeom prst="straightConnector1">
            <a:avLst/>
          </a:prstGeom>
          <a:noFill/>
          <a:ln cap="flat" cmpd="sng" w="9525">
            <a:solidFill>
              <a:schemeClr val="accent1"/>
            </a:solidFill>
            <a:prstDash val="solid"/>
            <a:miter lim="800000"/>
            <a:headEnd len="sm" w="sm" type="none"/>
            <a:tailEnd len="med" w="med" type="triangle"/>
          </a:ln>
        </p:spPr>
      </p:cxnSp>
      <p:cxnSp>
        <p:nvCxnSpPr>
          <p:cNvPr id="222" name="Google Shape;222;p19"/>
          <p:cNvCxnSpPr/>
          <p:nvPr/>
        </p:nvCxnSpPr>
        <p:spPr>
          <a:xfrm flipH="1">
            <a:off x="4077063" y="5831736"/>
            <a:ext cx="433750" cy="360899"/>
          </a:xfrm>
          <a:prstGeom prst="straightConnector1">
            <a:avLst/>
          </a:prstGeom>
          <a:noFill/>
          <a:ln cap="flat" cmpd="sng" w="9525">
            <a:solidFill>
              <a:schemeClr val="accent1"/>
            </a:solidFill>
            <a:prstDash val="solid"/>
            <a:miter lim="800000"/>
            <a:headEnd len="sm" w="sm" type="none"/>
            <a:tailEnd len="med" w="med" type="triangle"/>
          </a:ln>
        </p:spPr>
      </p:cxnSp>
      <p:sp>
        <p:nvSpPr>
          <p:cNvPr id="223" name="Google Shape;223;p19"/>
          <p:cNvSpPr txBox="1"/>
          <p:nvPr/>
        </p:nvSpPr>
        <p:spPr>
          <a:xfrm>
            <a:off x="2687429" y="6842131"/>
            <a:ext cx="1513680" cy="6001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100">
                <a:solidFill>
                  <a:schemeClr val="dk1"/>
                </a:solidFill>
                <a:latin typeface="Calibri"/>
                <a:ea typeface="Calibri"/>
                <a:cs typeface="Calibri"/>
                <a:sym typeface="Calibri"/>
              </a:rPr>
              <a:t>Soin ou équipement entrant dans le</a:t>
            </a:r>
            <a:endParaRPr/>
          </a:p>
          <a:p>
            <a:pPr indent="0" lvl="0" marL="0" marR="0" rtl="0" algn="l">
              <a:spcBef>
                <a:spcPts val="0"/>
              </a:spcBef>
              <a:spcAft>
                <a:spcPts val="0"/>
              </a:spcAft>
              <a:buNone/>
            </a:pPr>
            <a:r>
              <a:rPr lang="fr-FR" sz="1100">
                <a:solidFill>
                  <a:schemeClr val="dk1"/>
                </a:solidFill>
                <a:latin typeface="Calibri"/>
                <a:ea typeface="Calibri"/>
                <a:cs typeface="Calibri"/>
                <a:sym typeface="Calibri"/>
              </a:rPr>
              <a:t>panier 100% Santé</a:t>
            </a:r>
            <a:endParaRPr/>
          </a:p>
        </p:txBody>
      </p:sp>
      <p:sp>
        <p:nvSpPr>
          <p:cNvPr id="224" name="Google Shape;224;p19"/>
          <p:cNvSpPr txBox="1"/>
          <p:nvPr/>
        </p:nvSpPr>
        <p:spPr>
          <a:xfrm>
            <a:off x="4500683" y="6854932"/>
            <a:ext cx="2385892" cy="6001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r-FR" sz="1100">
                <a:solidFill>
                  <a:schemeClr val="dk1"/>
                </a:solidFill>
                <a:latin typeface="Calibri"/>
                <a:ea typeface="Calibri"/>
                <a:cs typeface="Calibri"/>
                <a:sym typeface="Calibri"/>
              </a:rPr>
              <a:t>Panier à tarif libre et remboursé par</a:t>
            </a:r>
            <a:endParaRPr/>
          </a:p>
          <a:p>
            <a:pPr indent="0" lvl="0" marL="0" marR="0" rtl="0" algn="ctr">
              <a:spcBef>
                <a:spcPts val="0"/>
              </a:spcBef>
              <a:spcAft>
                <a:spcPts val="0"/>
              </a:spcAft>
              <a:buNone/>
            </a:pPr>
            <a:r>
              <a:rPr lang="fr-FR" sz="1100">
                <a:solidFill>
                  <a:schemeClr val="dk1"/>
                </a:solidFill>
                <a:latin typeface="Calibri"/>
                <a:ea typeface="Calibri"/>
                <a:cs typeface="Calibri"/>
                <a:sym typeface="Calibri"/>
              </a:rPr>
              <a:t>l’assurance complémentaire dans les</a:t>
            </a:r>
            <a:endParaRPr/>
          </a:p>
          <a:p>
            <a:pPr indent="0" lvl="0" marL="0" marR="0" rtl="0" algn="ctr">
              <a:spcBef>
                <a:spcPts val="0"/>
              </a:spcBef>
              <a:spcAft>
                <a:spcPts val="0"/>
              </a:spcAft>
              <a:buNone/>
            </a:pPr>
            <a:r>
              <a:rPr lang="fr-FR" sz="1100">
                <a:solidFill>
                  <a:schemeClr val="dk1"/>
                </a:solidFill>
                <a:latin typeface="Calibri"/>
                <a:ea typeface="Calibri"/>
                <a:cs typeface="Calibri"/>
                <a:sym typeface="Calibri"/>
              </a:rPr>
              <a:t>conditions prévues par le contrat</a:t>
            </a:r>
            <a:endParaRPr/>
          </a:p>
        </p:txBody>
      </p:sp>
      <p:sp>
        <p:nvSpPr>
          <p:cNvPr id="225" name="Google Shape;225;p19"/>
          <p:cNvSpPr txBox="1"/>
          <p:nvPr/>
        </p:nvSpPr>
        <p:spPr>
          <a:xfrm>
            <a:off x="330200" y="8327508"/>
            <a:ext cx="6556375"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400">
                <a:solidFill>
                  <a:schemeClr val="dk1"/>
                </a:solidFill>
                <a:latin typeface="Calibri"/>
                <a:ea typeface="Calibri"/>
                <a:cs typeface="Calibri"/>
                <a:sym typeface="Calibri"/>
              </a:rPr>
              <a:t>&gt; Fixation de prix limites de vente (PLV) imposés aux professionnels de santé</a:t>
            </a:r>
            <a:endParaRPr/>
          </a:p>
          <a:p>
            <a:pPr indent="0" lvl="0" marL="0" marR="0" rtl="0" algn="l">
              <a:spcBef>
                <a:spcPts val="0"/>
              </a:spcBef>
              <a:spcAft>
                <a:spcPts val="0"/>
              </a:spcAft>
              <a:buNone/>
            </a:pPr>
            <a:r>
              <a:rPr lang="fr-FR" sz="1400">
                <a:solidFill>
                  <a:schemeClr val="dk1"/>
                </a:solidFill>
                <a:latin typeface="Calibri"/>
                <a:ea typeface="Calibri"/>
                <a:cs typeface="Calibri"/>
                <a:sym typeface="Calibri"/>
              </a:rPr>
              <a:t>&gt; Augmentation de la base de remboursement (BR) du régime obligatoire (RO) &amp; du remboursement des complémentaires santé</a:t>
            </a:r>
            <a:endParaRPr/>
          </a:p>
        </p:txBody>
      </p:sp>
      <p:grpSp>
        <p:nvGrpSpPr>
          <p:cNvPr id="226" name="Google Shape;226;p19"/>
          <p:cNvGrpSpPr/>
          <p:nvPr/>
        </p:nvGrpSpPr>
        <p:grpSpPr>
          <a:xfrm>
            <a:off x="101600" y="50152"/>
            <a:ext cx="6686550" cy="746301"/>
            <a:chOff x="101600" y="50152"/>
            <a:chExt cx="6686550" cy="746301"/>
          </a:xfrm>
        </p:grpSpPr>
        <p:grpSp>
          <p:nvGrpSpPr>
            <p:cNvPr id="227" name="Google Shape;227;p19"/>
            <p:cNvGrpSpPr/>
            <p:nvPr/>
          </p:nvGrpSpPr>
          <p:grpSpPr>
            <a:xfrm>
              <a:off x="101600" y="93434"/>
              <a:ext cx="6686550" cy="628650"/>
              <a:chOff x="101600" y="93434"/>
              <a:chExt cx="6686550" cy="628650"/>
            </a:xfrm>
          </p:grpSpPr>
          <p:sp>
            <p:nvSpPr>
              <p:cNvPr id="228" name="Google Shape;228;p19"/>
              <p:cNvSpPr/>
              <p:nvPr/>
            </p:nvSpPr>
            <p:spPr>
              <a:xfrm>
                <a:off x="101600" y="93434"/>
                <a:ext cx="6686550" cy="628650"/>
              </a:xfrm>
              <a:prstGeom prst="roundRect">
                <a:avLst>
                  <a:gd fmla="val 16667" name="adj"/>
                </a:avLst>
              </a:prstGeom>
              <a:solidFill>
                <a:schemeClr val="lt1"/>
              </a:solidFill>
              <a:ln cap="flat" cmpd="sng" w="4445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fr-FR" sz="1800">
                    <a:solidFill>
                      <a:schemeClr val="dk1"/>
                    </a:solidFill>
                    <a:latin typeface="Calibri"/>
                    <a:ea typeface="Calibri"/>
                    <a:cs typeface="Calibri"/>
                    <a:sym typeface="Calibri"/>
                  </a:rPr>
                  <a:t>       Liberté   by                                      assuré par                                 </a:t>
                </a:r>
                <a:endParaRPr/>
              </a:p>
            </p:txBody>
          </p:sp>
          <p:pic>
            <p:nvPicPr>
              <p:cNvPr id="229" name="Google Shape;229;p19"/>
              <p:cNvPicPr preferRelativeResize="0"/>
              <p:nvPr/>
            </p:nvPicPr>
            <p:blipFill rotWithShape="1">
              <a:blip r:embed="rId6">
                <a:alphaModFix/>
              </a:blip>
              <a:srcRect b="59918" l="64046" r="10153" t="26807"/>
              <a:stretch/>
            </p:blipFill>
            <p:spPr>
              <a:xfrm>
                <a:off x="2040425" y="146328"/>
                <a:ext cx="912258" cy="520958"/>
              </a:xfrm>
              <a:prstGeom prst="rect">
                <a:avLst/>
              </a:prstGeom>
              <a:noFill/>
              <a:ln>
                <a:noFill/>
              </a:ln>
            </p:spPr>
          </p:pic>
        </p:grpSp>
        <p:pic>
          <p:nvPicPr>
            <p:cNvPr descr="Animaux Santé | Mutuelle Animaux" id="230" name="Google Shape;230;p19"/>
            <p:cNvPicPr preferRelativeResize="0"/>
            <p:nvPr/>
          </p:nvPicPr>
          <p:blipFill rotWithShape="1">
            <a:blip r:embed="rId7">
              <a:alphaModFix/>
            </a:blip>
            <a:srcRect b="0" l="0" r="0" t="0"/>
            <a:stretch/>
          </p:blipFill>
          <p:spPr>
            <a:xfrm>
              <a:off x="4772456" y="50152"/>
              <a:ext cx="1931603" cy="746301"/>
            </a:xfrm>
            <a:prstGeom prst="rect">
              <a:avLst/>
            </a:prstGeom>
            <a:noFill/>
            <a:ln>
              <a:noFill/>
            </a:ln>
          </p:spPr>
        </p:pic>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pic>
        <p:nvPicPr>
          <p:cNvPr descr="Bouton Logo Les Dents - Images vectorielles gratuites sur Pixabay - Pixabay" id="235" name="Google Shape;235;p20"/>
          <p:cNvPicPr preferRelativeResize="0"/>
          <p:nvPr/>
        </p:nvPicPr>
        <p:blipFill rotWithShape="1">
          <a:blip r:embed="rId3">
            <a:alphaModFix/>
          </a:blip>
          <a:srcRect b="0" l="0" r="0" t="0"/>
          <a:stretch/>
        </p:blipFill>
        <p:spPr>
          <a:xfrm>
            <a:off x="2049462" y="14272152"/>
            <a:ext cx="49067" cy="49067"/>
          </a:xfrm>
          <a:prstGeom prst="rect">
            <a:avLst/>
          </a:prstGeom>
          <a:noFill/>
          <a:ln>
            <a:noFill/>
          </a:ln>
        </p:spPr>
      </p:pic>
      <p:pic>
        <p:nvPicPr>
          <p:cNvPr descr="100% Santé : des soins pour tous, 100% pris en charge" id="236" name="Google Shape;236;p20"/>
          <p:cNvPicPr preferRelativeResize="0"/>
          <p:nvPr/>
        </p:nvPicPr>
        <p:blipFill rotWithShape="1">
          <a:blip r:embed="rId4">
            <a:alphaModFix/>
          </a:blip>
          <a:srcRect b="13073" l="12590" r="12610" t="9007"/>
          <a:stretch/>
        </p:blipFill>
        <p:spPr>
          <a:xfrm>
            <a:off x="2566913" y="980122"/>
            <a:ext cx="1489221" cy="1060948"/>
          </a:xfrm>
          <a:prstGeom prst="rect">
            <a:avLst/>
          </a:prstGeom>
          <a:noFill/>
          <a:ln>
            <a:noFill/>
          </a:ln>
        </p:spPr>
      </p:pic>
      <p:pic>
        <p:nvPicPr>
          <p:cNvPr id="237" name="Google Shape;237;p20"/>
          <p:cNvPicPr preferRelativeResize="0"/>
          <p:nvPr/>
        </p:nvPicPr>
        <p:blipFill rotWithShape="1">
          <a:blip r:embed="rId5">
            <a:alphaModFix/>
          </a:blip>
          <a:srcRect b="0" l="0" r="0" t="0"/>
          <a:stretch/>
        </p:blipFill>
        <p:spPr>
          <a:xfrm>
            <a:off x="876398" y="1992003"/>
            <a:ext cx="5911752" cy="7546705"/>
          </a:xfrm>
          <a:prstGeom prst="rect">
            <a:avLst/>
          </a:prstGeom>
          <a:noFill/>
          <a:ln>
            <a:noFill/>
          </a:ln>
        </p:spPr>
      </p:pic>
      <p:pic>
        <p:nvPicPr>
          <p:cNvPr id="238" name="Google Shape;238;p20"/>
          <p:cNvPicPr preferRelativeResize="0"/>
          <p:nvPr/>
        </p:nvPicPr>
        <p:blipFill rotWithShape="1">
          <a:blip r:embed="rId6">
            <a:alphaModFix/>
          </a:blip>
          <a:srcRect b="0" l="0" r="0" t="0"/>
          <a:stretch/>
        </p:blipFill>
        <p:spPr>
          <a:xfrm>
            <a:off x="0" y="2996154"/>
            <a:ext cx="1147989" cy="641789"/>
          </a:xfrm>
          <a:prstGeom prst="rect">
            <a:avLst/>
          </a:prstGeom>
          <a:noFill/>
          <a:ln>
            <a:noFill/>
          </a:ln>
        </p:spPr>
      </p:pic>
      <p:pic>
        <p:nvPicPr>
          <p:cNvPr id="239" name="Google Shape;239;p20"/>
          <p:cNvPicPr preferRelativeResize="0"/>
          <p:nvPr/>
        </p:nvPicPr>
        <p:blipFill rotWithShape="1">
          <a:blip r:embed="rId7">
            <a:alphaModFix/>
          </a:blip>
          <a:srcRect b="0" l="0" r="0" t="0"/>
          <a:stretch/>
        </p:blipFill>
        <p:spPr>
          <a:xfrm>
            <a:off x="-1" y="5446720"/>
            <a:ext cx="1147989" cy="637269"/>
          </a:xfrm>
          <a:prstGeom prst="rect">
            <a:avLst/>
          </a:prstGeom>
          <a:noFill/>
          <a:ln>
            <a:noFill/>
          </a:ln>
        </p:spPr>
      </p:pic>
      <p:pic>
        <p:nvPicPr>
          <p:cNvPr id="240" name="Google Shape;240;p20"/>
          <p:cNvPicPr preferRelativeResize="0"/>
          <p:nvPr/>
        </p:nvPicPr>
        <p:blipFill rotWithShape="1">
          <a:blip r:embed="rId8">
            <a:alphaModFix/>
          </a:blip>
          <a:srcRect b="0" l="0" r="0" t="0"/>
          <a:stretch/>
        </p:blipFill>
        <p:spPr>
          <a:xfrm>
            <a:off x="-1" y="7991398"/>
            <a:ext cx="1138950" cy="601113"/>
          </a:xfrm>
          <a:prstGeom prst="rect">
            <a:avLst/>
          </a:prstGeom>
          <a:noFill/>
          <a:ln>
            <a:noFill/>
          </a:ln>
        </p:spPr>
      </p:pic>
      <p:grpSp>
        <p:nvGrpSpPr>
          <p:cNvPr id="241" name="Google Shape;241;p20"/>
          <p:cNvGrpSpPr/>
          <p:nvPr/>
        </p:nvGrpSpPr>
        <p:grpSpPr>
          <a:xfrm>
            <a:off x="101600" y="50152"/>
            <a:ext cx="6686550" cy="746301"/>
            <a:chOff x="101600" y="50152"/>
            <a:chExt cx="6686550" cy="746301"/>
          </a:xfrm>
        </p:grpSpPr>
        <p:grpSp>
          <p:nvGrpSpPr>
            <p:cNvPr id="242" name="Google Shape;242;p20"/>
            <p:cNvGrpSpPr/>
            <p:nvPr/>
          </p:nvGrpSpPr>
          <p:grpSpPr>
            <a:xfrm>
              <a:off x="101600" y="93434"/>
              <a:ext cx="6686550" cy="628650"/>
              <a:chOff x="101600" y="93434"/>
              <a:chExt cx="6686550" cy="628650"/>
            </a:xfrm>
          </p:grpSpPr>
          <p:sp>
            <p:nvSpPr>
              <p:cNvPr id="243" name="Google Shape;243;p20"/>
              <p:cNvSpPr/>
              <p:nvPr/>
            </p:nvSpPr>
            <p:spPr>
              <a:xfrm>
                <a:off x="101600" y="93434"/>
                <a:ext cx="6686550" cy="628650"/>
              </a:xfrm>
              <a:prstGeom prst="roundRect">
                <a:avLst>
                  <a:gd fmla="val 16667" name="adj"/>
                </a:avLst>
              </a:prstGeom>
              <a:solidFill>
                <a:schemeClr val="lt1"/>
              </a:solidFill>
              <a:ln cap="flat" cmpd="sng" w="4445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fr-FR" sz="1800">
                    <a:solidFill>
                      <a:schemeClr val="dk1"/>
                    </a:solidFill>
                    <a:latin typeface="Calibri"/>
                    <a:ea typeface="Calibri"/>
                    <a:cs typeface="Calibri"/>
                    <a:sym typeface="Calibri"/>
                  </a:rPr>
                  <a:t>       Liberté   by                                      assuré par                                 </a:t>
                </a:r>
                <a:endParaRPr/>
              </a:p>
            </p:txBody>
          </p:sp>
          <p:pic>
            <p:nvPicPr>
              <p:cNvPr id="244" name="Google Shape;244;p20"/>
              <p:cNvPicPr preferRelativeResize="0"/>
              <p:nvPr/>
            </p:nvPicPr>
            <p:blipFill rotWithShape="1">
              <a:blip r:embed="rId9">
                <a:alphaModFix/>
              </a:blip>
              <a:srcRect b="59918" l="64046" r="10153" t="26807"/>
              <a:stretch/>
            </p:blipFill>
            <p:spPr>
              <a:xfrm>
                <a:off x="2040425" y="146328"/>
                <a:ext cx="912258" cy="520958"/>
              </a:xfrm>
              <a:prstGeom prst="rect">
                <a:avLst/>
              </a:prstGeom>
              <a:noFill/>
              <a:ln>
                <a:noFill/>
              </a:ln>
            </p:spPr>
          </p:pic>
        </p:grpSp>
        <p:pic>
          <p:nvPicPr>
            <p:cNvPr descr="Animaux Santé | Mutuelle Animaux" id="245" name="Google Shape;245;p20"/>
            <p:cNvPicPr preferRelativeResize="0"/>
            <p:nvPr/>
          </p:nvPicPr>
          <p:blipFill rotWithShape="1">
            <a:blip r:embed="rId10">
              <a:alphaModFix/>
            </a:blip>
            <a:srcRect b="0" l="0" r="0" t="0"/>
            <a:stretch/>
          </p:blipFill>
          <p:spPr>
            <a:xfrm>
              <a:off x="4772456" y="50152"/>
              <a:ext cx="1931603" cy="746301"/>
            </a:xfrm>
            <a:prstGeom prst="rect">
              <a:avLst/>
            </a:prstGeom>
            <a:noFill/>
            <a:ln>
              <a:noFill/>
            </a:ln>
          </p:spPr>
        </p:pic>
      </p:grpSp>
    </p:spTree>
  </p:cSld>
  <p:clrMapOvr>
    <a:masterClrMapping/>
  </p:clrMapOvr>
</p:sld>
</file>

<file path=ppt/theme/theme1.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2018-01-12T04:36:24Z</dcterms:created>
  <dc:creator>Aurelie Racamier</dc:creator>
</cp:coreProperties>
</file>