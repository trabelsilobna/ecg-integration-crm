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9906000" cx="6858000"/>
  <p:notesSz cx="710405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20">
          <p15:clr>
            <a:srgbClr val="A4A3A4"/>
          </p15:clr>
        </p15:guide>
        <p15:guide id="2" pos="2160">
          <p15:clr>
            <a:srgbClr val="A4A3A4"/>
          </p15:clr>
        </p15:guide>
      </p15:sldGuideLst>
    </p:ext>
    <p:ext uri="GoogleSlidesCustomDataVersion2">
      <go:slidesCustomData xmlns:go="http://customooxmlschemas.google.com/" r:id="rId12" roundtripDataSignature="AMtx7mjezjcfy/edwKbtfVtez0voOaBu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2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2"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427" cy="513508"/>
          </a:xfrm>
          <a:prstGeom prst="rect">
            <a:avLst/>
          </a:prstGeom>
          <a:noFill/>
          <a:ln>
            <a:noFill/>
          </a:ln>
        </p:spPr>
        <p:txBody>
          <a:bodyPr anchorCtr="0" anchor="t" bIns="49500" lIns="99050" spcFirstLastPara="1" rIns="99050" wrap="square" tIns="49500">
            <a:noAutofit/>
          </a:bodyPr>
          <a:lstStyle>
            <a:lvl1pPr lvl="0" marR="0" rtl="0" algn="l">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23992" y="0"/>
            <a:ext cx="3078427" cy="513508"/>
          </a:xfrm>
          <a:prstGeom prst="rect">
            <a:avLst/>
          </a:prstGeom>
          <a:noFill/>
          <a:ln>
            <a:noFill/>
          </a:ln>
        </p:spPr>
        <p:txBody>
          <a:bodyPr anchorCtr="0" anchor="t" bIns="49500" lIns="99050" spcFirstLastPara="1" rIns="99050" wrap="square" tIns="49500">
            <a:noAutofit/>
          </a:bodyPr>
          <a:lstStyle>
            <a:lvl1pPr lvl="0" marR="0" rtl="0" algn="r">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1107"/>
            <a:ext cx="3078427" cy="513507"/>
          </a:xfrm>
          <a:prstGeom prst="rect">
            <a:avLst/>
          </a:prstGeom>
          <a:noFill/>
          <a:ln>
            <a:noFill/>
          </a:ln>
        </p:spPr>
        <p:txBody>
          <a:bodyPr anchorCtr="0" anchor="b" bIns="49500" lIns="99050" spcFirstLastPara="1" rIns="99050" wrap="square" tIns="49500">
            <a:noAutofit/>
          </a:bodyPr>
          <a:lstStyle>
            <a:lvl1pPr lvl="0" marR="0" rtl="0" algn="l">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23992" y="9721107"/>
            <a:ext cx="3078427" cy="513507"/>
          </a:xfrm>
          <a:prstGeom prst="rect">
            <a:avLst/>
          </a:prstGeom>
          <a:noFill/>
          <a:ln>
            <a:noFill/>
          </a:ln>
        </p:spPr>
        <p:txBody>
          <a:bodyPr anchorCtr="0" anchor="b" bIns="49500" lIns="99050" spcFirstLastPara="1" rIns="99050" wrap="square" tIns="49500">
            <a:noAutofit/>
          </a:bodyPr>
          <a:lstStyle/>
          <a:p>
            <a:pPr indent="0" lvl="0" marL="0" marR="0" rtl="0" algn="r">
              <a:spcBef>
                <a:spcPts val="0"/>
              </a:spcBef>
              <a:spcAft>
                <a:spcPts val="0"/>
              </a:spcAft>
              <a:buNone/>
            </a:pPr>
            <a:fld id="{00000000-1234-1234-1234-123412341234}" type="slidenum">
              <a:rPr b="0" i="0" lang="fr-FR"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4: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86" name="Google Shape;86;p14: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5: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18" name="Google Shape;118;p15: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6: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39" name="Google Shape;139;p16: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7: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62" name="Google Shape;162;p17: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86" name="Google Shape;186;p18: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208" name="Google Shape;208;p19: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15" name="Shape 15"/>
        <p:cNvGrpSpPr/>
        <p:nvPr/>
      </p:nvGrpSpPr>
      <p:grpSpPr>
        <a:xfrm>
          <a:off x="0" y="0"/>
          <a:ext cx="0" cy="0"/>
          <a:chOff x="0" y="0"/>
          <a:chExt cx="0" cy="0"/>
        </a:xfrm>
      </p:grpSpPr>
      <p:sp>
        <p:nvSpPr>
          <p:cNvPr id="16" name="Google Shape;16;p21"/>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1"/>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20" name="Shape 20"/>
        <p:cNvGrpSpPr/>
        <p:nvPr/>
      </p:nvGrpSpPr>
      <p:grpSpPr>
        <a:xfrm>
          <a:off x="0" y="0"/>
          <a:ext cx="0" cy="0"/>
          <a:chOff x="0" y="0"/>
          <a:chExt cx="0" cy="0"/>
        </a:xfrm>
      </p:grpSpPr>
      <p:sp>
        <p:nvSpPr>
          <p:cNvPr id="21" name="Google Shape;21;p22"/>
          <p:cNvSpPr txBox="1"/>
          <p:nvPr>
            <p:ph type="ctrTitle"/>
          </p:nvPr>
        </p:nvSpPr>
        <p:spPr>
          <a:xfrm>
            <a:off x="857250" y="1621191"/>
            <a:ext cx="51435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2"/>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563"/>
              </a:spcBef>
              <a:spcAft>
                <a:spcPts val="0"/>
              </a:spcAft>
              <a:buClr>
                <a:schemeClr val="dk1"/>
              </a:buClr>
              <a:buSzPts val="1350"/>
              <a:buNone/>
              <a:defRPr sz="1350"/>
            </a:lvl1pPr>
            <a:lvl2pPr lvl="1" algn="ctr">
              <a:lnSpc>
                <a:spcPct val="90000"/>
              </a:lnSpc>
              <a:spcBef>
                <a:spcPts val="281"/>
              </a:spcBef>
              <a:spcAft>
                <a:spcPts val="0"/>
              </a:spcAft>
              <a:buClr>
                <a:schemeClr val="dk1"/>
              </a:buClr>
              <a:buSzPts val="1125"/>
              <a:buNone/>
              <a:defRPr sz="1125"/>
            </a:lvl2pPr>
            <a:lvl3pPr lvl="2" algn="ctr">
              <a:lnSpc>
                <a:spcPct val="90000"/>
              </a:lnSpc>
              <a:spcBef>
                <a:spcPts val="281"/>
              </a:spcBef>
              <a:spcAft>
                <a:spcPts val="0"/>
              </a:spcAft>
              <a:buClr>
                <a:schemeClr val="dk1"/>
              </a:buClr>
              <a:buSzPts val="1013"/>
              <a:buNone/>
              <a:defRPr sz="1013"/>
            </a:lvl3pPr>
            <a:lvl4pPr lvl="3" algn="ctr">
              <a:lnSpc>
                <a:spcPct val="90000"/>
              </a:lnSpc>
              <a:spcBef>
                <a:spcPts val="281"/>
              </a:spcBef>
              <a:spcAft>
                <a:spcPts val="0"/>
              </a:spcAft>
              <a:buClr>
                <a:schemeClr val="dk1"/>
              </a:buClr>
              <a:buSzPts val="900"/>
              <a:buNone/>
              <a:defRPr sz="900"/>
            </a:lvl4pPr>
            <a:lvl5pPr lvl="4" algn="ctr">
              <a:lnSpc>
                <a:spcPct val="90000"/>
              </a:lnSpc>
              <a:spcBef>
                <a:spcPts val="281"/>
              </a:spcBef>
              <a:spcAft>
                <a:spcPts val="0"/>
              </a:spcAft>
              <a:buClr>
                <a:schemeClr val="dk1"/>
              </a:buClr>
              <a:buSzPts val="90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p:txBody>
      </p:sp>
      <p:sp>
        <p:nvSpPr>
          <p:cNvPr id="23" name="Google Shape;23;p22"/>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2"/>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6" name="Shape 26"/>
        <p:cNvGrpSpPr/>
        <p:nvPr/>
      </p:nvGrpSpPr>
      <p:grpSpPr>
        <a:xfrm>
          <a:off x="0" y="0"/>
          <a:ext cx="0" cy="0"/>
          <a:chOff x="0" y="0"/>
          <a:chExt cx="0" cy="0"/>
        </a:xfrm>
      </p:grpSpPr>
      <p:sp>
        <p:nvSpPr>
          <p:cNvPr id="27" name="Google Shape;27;p23"/>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29" name="Google Shape;29;p23"/>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3"/>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2" name="Shape 32"/>
        <p:cNvGrpSpPr/>
        <p:nvPr/>
      </p:nvGrpSpPr>
      <p:grpSpPr>
        <a:xfrm>
          <a:off x="0" y="0"/>
          <a:ext cx="0" cy="0"/>
          <a:chOff x="0" y="0"/>
          <a:chExt cx="0" cy="0"/>
        </a:xfrm>
      </p:grpSpPr>
      <p:sp>
        <p:nvSpPr>
          <p:cNvPr id="33" name="Google Shape;33;p24"/>
          <p:cNvSpPr txBox="1"/>
          <p:nvPr>
            <p:ph type="title"/>
          </p:nvPr>
        </p:nvSpPr>
        <p:spPr>
          <a:xfrm>
            <a:off x="467916" y="2469622"/>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4"/>
          <p:cNvSpPr txBox="1"/>
          <p:nvPr>
            <p:ph idx="1" type="body"/>
          </p:nvPr>
        </p:nvSpPr>
        <p:spPr>
          <a:xfrm>
            <a:off x="467916" y="6629225"/>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rgbClr val="888888"/>
              </a:buClr>
              <a:buSzPts val="1350"/>
              <a:buNone/>
              <a:defRPr sz="1350">
                <a:solidFill>
                  <a:srgbClr val="888888"/>
                </a:solidFill>
              </a:defRPr>
            </a:lvl1pPr>
            <a:lvl2pPr indent="-228600" lvl="1" marL="914400" algn="l">
              <a:lnSpc>
                <a:spcPct val="90000"/>
              </a:lnSpc>
              <a:spcBef>
                <a:spcPts val="281"/>
              </a:spcBef>
              <a:spcAft>
                <a:spcPts val="0"/>
              </a:spcAft>
              <a:buClr>
                <a:srgbClr val="888888"/>
              </a:buClr>
              <a:buSzPts val="1125"/>
              <a:buNone/>
              <a:defRPr sz="1125">
                <a:solidFill>
                  <a:srgbClr val="888888"/>
                </a:solidFill>
              </a:defRPr>
            </a:lvl2pPr>
            <a:lvl3pPr indent="-228600" lvl="2" marL="1371600" algn="l">
              <a:lnSpc>
                <a:spcPct val="90000"/>
              </a:lnSpc>
              <a:spcBef>
                <a:spcPts val="281"/>
              </a:spcBef>
              <a:spcAft>
                <a:spcPts val="0"/>
              </a:spcAft>
              <a:buClr>
                <a:srgbClr val="888888"/>
              </a:buClr>
              <a:buSzPts val="1013"/>
              <a:buNone/>
              <a:defRPr sz="1013">
                <a:solidFill>
                  <a:srgbClr val="888888"/>
                </a:solidFill>
              </a:defRPr>
            </a:lvl3pPr>
            <a:lvl4pPr indent="-228600" lvl="3" marL="1828800" algn="l">
              <a:lnSpc>
                <a:spcPct val="90000"/>
              </a:lnSpc>
              <a:spcBef>
                <a:spcPts val="281"/>
              </a:spcBef>
              <a:spcAft>
                <a:spcPts val="0"/>
              </a:spcAft>
              <a:buClr>
                <a:srgbClr val="888888"/>
              </a:buClr>
              <a:buSzPts val="900"/>
              <a:buNone/>
              <a:defRPr sz="900">
                <a:solidFill>
                  <a:srgbClr val="888888"/>
                </a:solidFill>
              </a:defRPr>
            </a:lvl4pPr>
            <a:lvl5pPr indent="-228600" lvl="4" marL="2286000" algn="l">
              <a:lnSpc>
                <a:spcPct val="90000"/>
              </a:lnSpc>
              <a:spcBef>
                <a:spcPts val="281"/>
              </a:spcBef>
              <a:spcAft>
                <a:spcPts val="0"/>
              </a:spcAft>
              <a:buClr>
                <a:srgbClr val="888888"/>
              </a:buClr>
              <a:buSzPts val="900"/>
              <a:buNone/>
              <a:defRPr sz="900">
                <a:solidFill>
                  <a:srgbClr val="888888"/>
                </a:solidFill>
              </a:defRPr>
            </a:lvl5pPr>
            <a:lvl6pPr indent="-228600" lvl="5" marL="2743200" algn="l">
              <a:lnSpc>
                <a:spcPct val="90000"/>
              </a:lnSpc>
              <a:spcBef>
                <a:spcPts val="281"/>
              </a:spcBef>
              <a:spcAft>
                <a:spcPts val="0"/>
              </a:spcAft>
              <a:buClr>
                <a:srgbClr val="888888"/>
              </a:buClr>
              <a:buSzPts val="900"/>
              <a:buNone/>
              <a:defRPr sz="900">
                <a:solidFill>
                  <a:srgbClr val="888888"/>
                </a:solidFill>
              </a:defRPr>
            </a:lvl6pPr>
            <a:lvl7pPr indent="-228600" lvl="6" marL="3200400" algn="l">
              <a:lnSpc>
                <a:spcPct val="90000"/>
              </a:lnSpc>
              <a:spcBef>
                <a:spcPts val="281"/>
              </a:spcBef>
              <a:spcAft>
                <a:spcPts val="0"/>
              </a:spcAft>
              <a:buClr>
                <a:srgbClr val="888888"/>
              </a:buClr>
              <a:buSzPts val="900"/>
              <a:buNone/>
              <a:defRPr sz="900">
                <a:solidFill>
                  <a:srgbClr val="888888"/>
                </a:solidFill>
              </a:defRPr>
            </a:lvl7pPr>
            <a:lvl8pPr indent="-228600" lvl="7" marL="3657600" algn="l">
              <a:lnSpc>
                <a:spcPct val="90000"/>
              </a:lnSpc>
              <a:spcBef>
                <a:spcPts val="281"/>
              </a:spcBef>
              <a:spcAft>
                <a:spcPts val="0"/>
              </a:spcAft>
              <a:buClr>
                <a:srgbClr val="888888"/>
              </a:buClr>
              <a:buSzPts val="900"/>
              <a:buNone/>
              <a:defRPr sz="900">
                <a:solidFill>
                  <a:srgbClr val="888888"/>
                </a:solidFill>
              </a:defRPr>
            </a:lvl8pPr>
            <a:lvl9pPr indent="-228600" lvl="8" marL="4114800" algn="l">
              <a:lnSpc>
                <a:spcPct val="90000"/>
              </a:lnSpc>
              <a:spcBef>
                <a:spcPts val="281"/>
              </a:spcBef>
              <a:spcAft>
                <a:spcPts val="0"/>
              </a:spcAft>
              <a:buClr>
                <a:srgbClr val="888888"/>
              </a:buClr>
              <a:buSzPts val="900"/>
              <a:buNone/>
              <a:defRPr sz="900">
                <a:solidFill>
                  <a:srgbClr val="888888"/>
                </a:solidFill>
              </a:defRPr>
            </a:lvl9pPr>
          </a:lstStyle>
          <a:p/>
        </p:txBody>
      </p:sp>
      <p:sp>
        <p:nvSpPr>
          <p:cNvPr id="35" name="Google Shape;35;p24"/>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4"/>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4"/>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8" name="Shape 38"/>
        <p:cNvGrpSpPr/>
        <p:nvPr/>
      </p:nvGrpSpPr>
      <p:grpSpPr>
        <a:xfrm>
          <a:off x="0" y="0"/>
          <a:ext cx="0" cy="0"/>
          <a:chOff x="0" y="0"/>
          <a:chExt cx="0" cy="0"/>
        </a:xfrm>
      </p:grpSpPr>
      <p:sp>
        <p:nvSpPr>
          <p:cNvPr id="39" name="Google Shape;39;p25"/>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5"/>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1" name="Google Shape;41;p25"/>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2" name="Google Shape;42;p25"/>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5"/>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5" name="Shape 45"/>
        <p:cNvGrpSpPr/>
        <p:nvPr/>
      </p:nvGrpSpPr>
      <p:grpSpPr>
        <a:xfrm>
          <a:off x="0" y="0"/>
          <a:ext cx="0" cy="0"/>
          <a:chOff x="0" y="0"/>
          <a:chExt cx="0" cy="0"/>
        </a:xfrm>
      </p:grpSpPr>
      <p:sp>
        <p:nvSpPr>
          <p:cNvPr id="46" name="Google Shape;46;p26"/>
          <p:cNvSpPr txBox="1"/>
          <p:nvPr>
            <p:ph type="title"/>
          </p:nvPr>
        </p:nvSpPr>
        <p:spPr>
          <a:xfrm>
            <a:off x="472381"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6"/>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1350"/>
              <a:buNone/>
              <a:defRPr b="1" sz="1350"/>
            </a:lvl1pPr>
            <a:lvl2pPr indent="-228600" lvl="1" marL="914400" algn="l">
              <a:lnSpc>
                <a:spcPct val="90000"/>
              </a:lnSpc>
              <a:spcBef>
                <a:spcPts val="281"/>
              </a:spcBef>
              <a:spcAft>
                <a:spcPts val="0"/>
              </a:spcAft>
              <a:buClr>
                <a:schemeClr val="dk1"/>
              </a:buClr>
              <a:buSzPts val="1125"/>
              <a:buNone/>
              <a:defRPr b="1" sz="1125"/>
            </a:lvl2pPr>
            <a:lvl3pPr indent="-228600" lvl="2" marL="1371600" algn="l">
              <a:lnSpc>
                <a:spcPct val="90000"/>
              </a:lnSpc>
              <a:spcBef>
                <a:spcPts val="281"/>
              </a:spcBef>
              <a:spcAft>
                <a:spcPts val="0"/>
              </a:spcAft>
              <a:buClr>
                <a:schemeClr val="dk1"/>
              </a:buClr>
              <a:buSzPts val="1013"/>
              <a:buNone/>
              <a:defRPr b="1" sz="1013"/>
            </a:lvl3pPr>
            <a:lvl4pPr indent="-228600" lvl="3" marL="1828800" algn="l">
              <a:lnSpc>
                <a:spcPct val="90000"/>
              </a:lnSpc>
              <a:spcBef>
                <a:spcPts val="281"/>
              </a:spcBef>
              <a:spcAft>
                <a:spcPts val="0"/>
              </a:spcAft>
              <a:buClr>
                <a:schemeClr val="dk1"/>
              </a:buClr>
              <a:buSzPts val="900"/>
              <a:buNone/>
              <a:defRPr b="1" sz="900"/>
            </a:lvl4pPr>
            <a:lvl5pPr indent="-228600" lvl="4" marL="2286000" algn="l">
              <a:lnSpc>
                <a:spcPct val="90000"/>
              </a:lnSpc>
              <a:spcBef>
                <a:spcPts val="281"/>
              </a:spcBef>
              <a:spcAft>
                <a:spcPts val="0"/>
              </a:spcAft>
              <a:buClr>
                <a:schemeClr val="dk1"/>
              </a:buClr>
              <a:buSzPts val="900"/>
              <a:buNone/>
              <a:defRPr b="1" sz="900"/>
            </a:lvl5pPr>
            <a:lvl6pPr indent="-228600" lvl="5" marL="2743200" algn="l">
              <a:lnSpc>
                <a:spcPct val="90000"/>
              </a:lnSpc>
              <a:spcBef>
                <a:spcPts val="281"/>
              </a:spcBef>
              <a:spcAft>
                <a:spcPts val="0"/>
              </a:spcAft>
              <a:buClr>
                <a:schemeClr val="dk1"/>
              </a:buClr>
              <a:buSzPts val="900"/>
              <a:buNone/>
              <a:defRPr b="1" sz="900"/>
            </a:lvl6pPr>
            <a:lvl7pPr indent="-228600" lvl="6" marL="3200400" algn="l">
              <a:lnSpc>
                <a:spcPct val="90000"/>
              </a:lnSpc>
              <a:spcBef>
                <a:spcPts val="281"/>
              </a:spcBef>
              <a:spcAft>
                <a:spcPts val="0"/>
              </a:spcAft>
              <a:buClr>
                <a:schemeClr val="dk1"/>
              </a:buClr>
              <a:buSzPts val="900"/>
              <a:buNone/>
              <a:defRPr b="1" sz="900"/>
            </a:lvl7pPr>
            <a:lvl8pPr indent="-228600" lvl="7" marL="3657600" algn="l">
              <a:lnSpc>
                <a:spcPct val="90000"/>
              </a:lnSpc>
              <a:spcBef>
                <a:spcPts val="281"/>
              </a:spcBef>
              <a:spcAft>
                <a:spcPts val="0"/>
              </a:spcAft>
              <a:buClr>
                <a:schemeClr val="dk1"/>
              </a:buClr>
              <a:buSzPts val="900"/>
              <a:buNone/>
              <a:defRPr b="1" sz="900"/>
            </a:lvl8pPr>
            <a:lvl9pPr indent="-228600" lvl="8" marL="4114800" algn="l">
              <a:lnSpc>
                <a:spcPct val="90000"/>
              </a:lnSpc>
              <a:spcBef>
                <a:spcPts val="281"/>
              </a:spcBef>
              <a:spcAft>
                <a:spcPts val="0"/>
              </a:spcAft>
              <a:buClr>
                <a:schemeClr val="dk1"/>
              </a:buClr>
              <a:buSzPts val="900"/>
              <a:buNone/>
              <a:defRPr b="1" sz="900"/>
            </a:lvl9pPr>
          </a:lstStyle>
          <a:p/>
        </p:txBody>
      </p:sp>
      <p:sp>
        <p:nvSpPr>
          <p:cNvPr id="48" name="Google Shape;48;p26"/>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9" name="Google Shape;49;p26"/>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1350"/>
              <a:buNone/>
              <a:defRPr b="1" sz="1350"/>
            </a:lvl1pPr>
            <a:lvl2pPr indent="-228600" lvl="1" marL="914400" algn="l">
              <a:lnSpc>
                <a:spcPct val="90000"/>
              </a:lnSpc>
              <a:spcBef>
                <a:spcPts val="281"/>
              </a:spcBef>
              <a:spcAft>
                <a:spcPts val="0"/>
              </a:spcAft>
              <a:buClr>
                <a:schemeClr val="dk1"/>
              </a:buClr>
              <a:buSzPts val="1125"/>
              <a:buNone/>
              <a:defRPr b="1" sz="1125"/>
            </a:lvl2pPr>
            <a:lvl3pPr indent="-228600" lvl="2" marL="1371600" algn="l">
              <a:lnSpc>
                <a:spcPct val="90000"/>
              </a:lnSpc>
              <a:spcBef>
                <a:spcPts val="281"/>
              </a:spcBef>
              <a:spcAft>
                <a:spcPts val="0"/>
              </a:spcAft>
              <a:buClr>
                <a:schemeClr val="dk1"/>
              </a:buClr>
              <a:buSzPts val="1013"/>
              <a:buNone/>
              <a:defRPr b="1" sz="1013"/>
            </a:lvl3pPr>
            <a:lvl4pPr indent="-228600" lvl="3" marL="1828800" algn="l">
              <a:lnSpc>
                <a:spcPct val="90000"/>
              </a:lnSpc>
              <a:spcBef>
                <a:spcPts val="281"/>
              </a:spcBef>
              <a:spcAft>
                <a:spcPts val="0"/>
              </a:spcAft>
              <a:buClr>
                <a:schemeClr val="dk1"/>
              </a:buClr>
              <a:buSzPts val="900"/>
              <a:buNone/>
              <a:defRPr b="1" sz="900"/>
            </a:lvl4pPr>
            <a:lvl5pPr indent="-228600" lvl="4" marL="2286000" algn="l">
              <a:lnSpc>
                <a:spcPct val="90000"/>
              </a:lnSpc>
              <a:spcBef>
                <a:spcPts val="281"/>
              </a:spcBef>
              <a:spcAft>
                <a:spcPts val="0"/>
              </a:spcAft>
              <a:buClr>
                <a:schemeClr val="dk1"/>
              </a:buClr>
              <a:buSzPts val="900"/>
              <a:buNone/>
              <a:defRPr b="1" sz="900"/>
            </a:lvl5pPr>
            <a:lvl6pPr indent="-228600" lvl="5" marL="2743200" algn="l">
              <a:lnSpc>
                <a:spcPct val="90000"/>
              </a:lnSpc>
              <a:spcBef>
                <a:spcPts val="281"/>
              </a:spcBef>
              <a:spcAft>
                <a:spcPts val="0"/>
              </a:spcAft>
              <a:buClr>
                <a:schemeClr val="dk1"/>
              </a:buClr>
              <a:buSzPts val="900"/>
              <a:buNone/>
              <a:defRPr b="1" sz="900"/>
            </a:lvl6pPr>
            <a:lvl7pPr indent="-228600" lvl="6" marL="3200400" algn="l">
              <a:lnSpc>
                <a:spcPct val="90000"/>
              </a:lnSpc>
              <a:spcBef>
                <a:spcPts val="281"/>
              </a:spcBef>
              <a:spcAft>
                <a:spcPts val="0"/>
              </a:spcAft>
              <a:buClr>
                <a:schemeClr val="dk1"/>
              </a:buClr>
              <a:buSzPts val="900"/>
              <a:buNone/>
              <a:defRPr b="1" sz="900"/>
            </a:lvl7pPr>
            <a:lvl8pPr indent="-228600" lvl="7" marL="3657600" algn="l">
              <a:lnSpc>
                <a:spcPct val="90000"/>
              </a:lnSpc>
              <a:spcBef>
                <a:spcPts val="281"/>
              </a:spcBef>
              <a:spcAft>
                <a:spcPts val="0"/>
              </a:spcAft>
              <a:buClr>
                <a:schemeClr val="dk1"/>
              </a:buClr>
              <a:buSzPts val="900"/>
              <a:buNone/>
              <a:defRPr b="1" sz="900"/>
            </a:lvl8pPr>
            <a:lvl9pPr indent="-228600" lvl="8" marL="4114800" algn="l">
              <a:lnSpc>
                <a:spcPct val="90000"/>
              </a:lnSpc>
              <a:spcBef>
                <a:spcPts val="281"/>
              </a:spcBef>
              <a:spcAft>
                <a:spcPts val="0"/>
              </a:spcAft>
              <a:buClr>
                <a:schemeClr val="dk1"/>
              </a:buClr>
              <a:buSzPts val="900"/>
              <a:buNone/>
              <a:defRPr b="1" sz="900"/>
            </a:lvl9pPr>
          </a:lstStyle>
          <a:p/>
        </p:txBody>
      </p:sp>
      <p:sp>
        <p:nvSpPr>
          <p:cNvPr id="50" name="Google Shape;50;p26"/>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51" name="Google Shape;51;p26"/>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472381" y="660400"/>
            <a:ext cx="2211883"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8"/>
          <p:cNvSpPr txBox="1"/>
          <p:nvPr>
            <p:ph idx="1" type="body"/>
          </p:nvPr>
        </p:nvSpPr>
        <p:spPr>
          <a:xfrm>
            <a:off x="2915543" y="1426281"/>
            <a:ext cx="3471863" cy="703968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sz="1800"/>
            </a:lvl1pPr>
            <a:lvl2pPr indent="-328612" lvl="1" marL="914400" algn="l">
              <a:lnSpc>
                <a:spcPct val="90000"/>
              </a:lnSpc>
              <a:spcBef>
                <a:spcPts val="281"/>
              </a:spcBef>
              <a:spcAft>
                <a:spcPts val="0"/>
              </a:spcAft>
              <a:buClr>
                <a:schemeClr val="dk1"/>
              </a:buClr>
              <a:buSzPts val="1575"/>
              <a:buChar char="•"/>
              <a:defRPr sz="1575"/>
            </a:lvl2pPr>
            <a:lvl3pPr indent="-314325" lvl="2" marL="1371600" algn="l">
              <a:lnSpc>
                <a:spcPct val="90000"/>
              </a:lnSpc>
              <a:spcBef>
                <a:spcPts val="281"/>
              </a:spcBef>
              <a:spcAft>
                <a:spcPts val="0"/>
              </a:spcAft>
              <a:buClr>
                <a:schemeClr val="dk1"/>
              </a:buClr>
              <a:buSzPts val="1350"/>
              <a:buChar char="•"/>
              <a:defRPr sz="1350"/>
            </a:lvl3pPr>
            <a:lvl4pPr indent="-300037" lvl="3" marL="1828800" algn="l">
              <a:lnSpc>
                <a:spcPct val="90000"/>
              </a:lnSpc>
              <a:spcBef>
                <a:spcPts val="281"/>
              </a:spcBef>
              <a:spcAft>
                <a:spcPts val="0"/>
              </a:spcAft>
              <a:buClr>
                <a:schemeClr val="dk1"/>
              </a:buClr>
              <a:buSzPts val="1125"/>
              <a:buChar char="•"/>
              <a:defRPr sz="1125"/>
            </a:lvl4pPr>
            <a:lvl5pPr indent="-300037" lvl="4" marL="2286000" algn="l">
              <a:lnSpc>
                <a:spcPct val="90000"/>
              </a:lnSpc>
              <a:spcBef>
                <a:spcPts val="281"/>
              </a:spcBef>
              <a:spcAft>
                <a:spcPts val="0"/>
              </a:spcAft>
              <a:buClr>
                <a:schemeClr val="dk1"/>
              </a:buClr>
              <a:buSzPts val="1125"/>
              <a:buChar char="•"/>
              <a:defRPr sz="1125"/>
            </a:lvl5pPr>
            <a:lvl6pPr indent="-300037" lvl="5" marL="2743200" algn="l">
              <a:lnSpc>
                <a:spcPct val="90000"/>
              </a:lnSpc>
              <a:spcBef>
                <a:spcPts val="281"/>
              </a:spcBef>
              <a:spcAft>
                <a:spcPts val="0"/>
              </a:spcAft>
              <a:buClr>
                <a:schemeClr val="dk1"/>
              </a:buClr>
              <a:buSzPts val="1125"/>
              <a:buChar char="•"/>
              <a:defRPr sz="1125"/>
            </a:lvl6pPr>
            <a:lvl7pPr indent="-300037" lvl="6" marL="3200400" algn="l">
              <a:lnSpc>
                <a:spcPct val="90000"/>
              </a:lnSpc>
              <a:spcBef>
                <a:spcPts val="281"/>
              </a:spcBef>
              <a:spcAft>
                <a:spcPts val="0"/>
              </a:spcAft>
              <a:buClr>
                <a:schemeClr val="dk1"/>
              </a:buClr>
              <a:buSzPts val="1125"/>
              <a:buChar char="•"/>
              <a:defRPr sz="1125"/>
            </a:lvl7pPr>
            <a:lvl8pPr indent="-300037" lvl="7" marL="3657600" algn="l">
              <a:lnSpc>
                <a:spcPct val="90000"/>
              </a:lnSpc>
              <a:spcBef>
                <a:spcPts val="281"/>
              </a:spcBef>
              <a:spcAft>
                <a:spcPts val="0"/>
              </a:spcAft>
              <a:buClr>
                <a:schemeClr val="dk1"/>
              </a:buClr>
              <a:buSzPts val="1125"/>
              <a:buChar char="•"/>
              <a:defRPr sz="1125"/>
            </a:lvl8pPr>
            <a:lvl9pPr indent="-300037" lvl="8" marL="4114800" algn="l">
              <a:lnSpc>
                <a:spcPct val="90000"/>
              </a:lnSpc>
              <a:spcBef>
                <a:spcPts val="281"/>
              </a:spcBef>
              <a:spcAft>
                <a:spcPts val="0"/>
              </a:spcAft>
              <a:buClr>
                <a:schemeClr val="dk1"/>
              </a:buClr>
              <a:buSzPts val="1125"/>
              <a:buChar char="•"/>
              <a:defRPr sz="1125"/>
            </a:lvl9pPr>
          </a:lstStyle>
          <a:p/>
        </p:txBody>
      </p:sp>
      <p:sp>
        <p:nvSpPr>
          <p:cNvPr id="61" name="Google Shape;61;p28"/>
          <p:cNvSpPr txBox="1"/>
          <p:nvPr>
            <p:ph idx="2" type="body"/>
          </p:nvPr>
        </p:nvSpPr>
        <p:spPr>
          <a:xfrm>
            <a:off x="472381" y="2971800"/>
            <a:ext cx="2211883"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900"/>
              <a:buNone/>
              <a:defRPr sz="900"/>
            </a:lvl1pPr>
            <a:lvl2pPr indent="-228600" lvl="1" marL="914400" algn="l">
              <a:lnSpc>
                <a:spcPct val="90000"/>
              </a:lnSpc>
              <a:spcBef>
                <a:spcPts val="281"/>
              </a:spcBef>
              <a:spcAft>
                <a:spcPts val="0"/>
              </a:spcAft>
              <a:buClr>
                <a:schemeClr val="dk1"/>
              </a:buClr>
              <a:buSzPts val="788"/>
              <a:buNone/>
              <a:defRPr sz="788"/>
            </a:lvl2pPr>
            <a:lvl3pPr indent="-228600" lvl="2" marL="1371600" algn="l">
              <a:lnSpc>
                <a:spcPct val="90000"/>
              </a:lnSpc>
              <a:spcBef>
                <a:spcPts val="281"/>
              </a:spcBef>
              <a:spcAft>
                <a:spcPts val="0"/>
              </a:spcAft>
              <a:buClr>
                <a:schemeClr val="dk1"/>
              </a:buClr>
              <a:buSzPts val="675"/>
              <a:buNone/>
              <a:defRPr sz="675"/>
            </a:lvl3pPr>
            <a:lvl4pPr indent="-228600" lvl="3" marL="1828800" algn="l">
              <a:lnSpc>
                <a:spcPct val="90000"/>
              </a:lnSpc>
              <a:spcBef>
                <a:spcPts val="281"/>
              </a:spcBef>
              <a:spcAft>
                <a:spcPts val="0"/>
              </a:spcAft>
              <a:buClr>
                <a:schemeClr val="dk1"/>
              </a:buClr>
              <a:buSzPts val="563"/>
              <a:buNone/>
              <a:defRPr sz="563"/>
            </a:lvl4pPr>
            <a:lvl5pPr indent="-228600" lvl="4" marL="2286000" algn="l">
              <a:lnSpc>
                <a:spcPct val="90000"/>
              </a:lnSpc>
              <a:spcBef>
                <a:spcPts val="281"/>
              </a:spcBef>
              <a:spcAft>
                <a:spcPts val="0"/>
              </a:spcAft>
              <a:buClr>
                <a:schemeClr val="dk1"/>
              </a:buClr>
              <a:buSzPts val="563"/>
              <a:buNone/>
              <a:defRPr sz="563"/>
            </a:lvl5pPr>
            <a:lvl6pPr indent="-228600" lvl="5" marL="2743200" algn="l">
              <a:lnSpc>
                <a:spcPct val="90000"/>
              </a:lnSpc>
              <a:spcBef>
                <a:spcPts val="281"/>
              </a:spcBef>
              <a:spcAft>
                <a:spcPts val="0"/>
              </a:spcAft>
              <a:buClr>
                <a:schemeClr val="dk1"/>
              </a:buClr>
              <a:buSzPts val="563"/>
              <a:buNone/>
              <a:defRPr sz="563"/>
            </a:lvl6pPr>
            <a:lvl7pPr indent="-228600" lvl="6" marL="3200400" algn="l">
              <a:lnSpc>
                <a:spcPct val="90000"/>
              </a:lnSpc>
              <a:spcBef>
                <a:spcPts val="281"/>
              </a:spcBef>
              <a:spcAft>
                <a:spcPts val="0"/>
              </a:spcAft>
              <a:buClr>
                <a:schemeClr val="dk1"/>
              </a:buClr>
              <a:buSzPts val="563"/>
              <a:buNone/>
              <a:defRPr sz="563"/>
            </a:lvl7pPr>
            <a:lvl8pPr indent="-228600" lvl="7" marL="3657600" algn="l">
              <a:lnSpc>
                <a:spcPct val="90000"/>
              </a:lnSpc>
              <a:spcBef>
                <a:spcPts val="281"/>
              </a:spcBef>
              <a:spcAft>
                <a:spcPts val="0"/>
              </a:spcAft>
              <a:buClr>
                <a:schemeClr val="dk1"/>
              </a:buClr>
              <a:buSzPts val="563"/>
              <a:buNone/>
              <a:defRPr sz="563"/>
            </a:lvl8pPr>
            <a:lvl9pPr indent="-228600" lvl="8" marL="4114800" algn="l">
              <a:lnSpc>
                <a:spcPct val="90000"/>
              </a:lnSpc>
              <a:spcBef>
                <a:spcPts val="281"/>
              </a:spcBef>
              <a:spcAft>
                <a:spcPts val="0"/>
              </a:spcAft>
              <a:buClr>
                <a:schemeClr val="dk1"/>
              </a:buClr>
              <a:buSzPts val="563"/>
              <a:buNone/>
              <a:defRPr sz="563"/>
            </a:lvl9pPr>
          </a:lstStyle>
          <a:p/>
        </p:txBody>
      </p:sp>
      <p:sp>
        <p:nvSpPr>
          <p:cNvPr id="62" name="Google Shape;62;p28"/>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472381" y="660400"/>
            <a:ext cx="2211883"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9"/>
          <p:cNvSpPr/>
          <p:nvPr>
            <p:ph idx="2" type="pic"/>
          </p:nvPr>
        </p:nvSpPr>
        <p:spPr>
          <a:xfrm>
            <a:off x="2915543" y="1426281"/>
            <a:ext cx="3471863" cy="7039681"/>
          </a:xfrm>
          <a:prstGeom prst="rect">
            <a:avLst/>
          </a:prstGeom>
          <a:noFill/>
          <a:ln>
            <a:noFill/>
          </a:ln>
        </p:spPr>
      </p:sp>
      <p:sp>
        <p:nvSpPr>
          <p:cNvPr id="68" name="Google Shape;68;p29"/>
          <p:cNvSpPr txBox="1"/>
          <p:nvPr>
            <p:ph idx="1" type="body"/>
          </p:nvPr>
        </p:nvSpPr>
        <p:spPr>
          <a:xfrm>
            <a:off x="472381" y="2971800"/>
            <a:ext cx="2211883"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900"/>
              <a:buNone/>
              <a:defRPr sz="900"/>
            </a:lvl1pPr>
            <a:lvl2pPr indent="-228600" lvl="1" marL="914400" algn="l">
              <a:lnSpc>
                <a:spcPct val="90000"/>
              </a:lnSpc>
              <a:spcBef>
                <a:spcPts val="281"/>
              </a:spcBef>
              <a:spcAft>
                <a:spcPts val="0"/>
              </a:spcAft>
              <a:buClr>
                <a:schemeClr val="dk1"/>
              </a:buClr>
              <a:buSzPts val="788"/>
              <a:buNone/>
              <a:defRPr sz="788"/>
            </a:lvl2pPr>
            <a:lvl3pPr indent="-228600" lvl="2" marL="1371600" algn="l">
              <a:lnSpc>
                <a:spcPct val="90000"/>
              </a:lnSpc>
              <a:spcBef>
                <a:spcPts val="281"/>
              </a:spcBef>
              <a:spcAft>
                <a:spcPts val="0"/>
              </a:spcAft>
              <a:buClr>
                <a:schemeClr val="dk1"/>
              </a:buClr>
              <a:buSzPts val="675"/>
              <a:buNone/>
              <a:defRPr sz="675"/>
            </a:lvl3pPr>
            <a:lvl4pPr indent="-228600" lvl="3" marL="1828800" algn="l">
              <a:lnSpc>
                <a:spcPct val="90000"/>
              </a:lnSpc>
              <a:spcBef>
                <a:spcPts val="281"/>
              </a:spcBef>
              <a:spcAft>
                <a:spcPts val="0"/>
              </a:spcAft>
              <a:buClr>
                <a:schemeClr val="dk1"/>
              </a:buClr>
              <a:buSzPts val="563"/>
              <a:buNone/>
              <a:defRPr sz="563"/>
            </a:lvl4pPr>
            <a:lvl5pPr indent="-228600" lvl="4" marL="2286000" algn="l">
              <a:lnSpc>
                <a:spcPct val="90000"/>
              </a:lnSpc>
              <a:spcBef>
                <a:spcPts val="281"/>
              </a:spcBef>
              <a:spcAft>
                <a:spcPts val="0"/>
              </a:spcAft>
              <a:buClr>
                <a:schemeClr val="dk1"/>
              </a:buClr>
              <a:buSzPts val="563"/>
              <a:buNone/>
              <a:defRPr sz="563"/>
            </a:lvl5pPr>
            <a:lvl6pPr indent="-228600" lvl="5" marL="2743200" algn="l">
              <a:lnSpc>
                <a:spcPct val="90000"/>
              </a:lnSpc>
              <a:spcBef>
                <a:spcPts val="281"/>
              </a:spcBef>
              <a:spcAft>
                <a:spcPts val="0"/>
              </a:spcAft>
              <a:buClr>
                <a:schemeClr val="dk1"/>
              </a:buClr>
              <a:buSzPts val="563"/>
              <a:buNone/>
              <a:defRPr sz="563"/>
            </a:lvl6pPr>
            <a:lvl7pPr indent="-228600" lvl="6" marL="3200400" algn="l">
              <a:lnSpc>
                <a:spcPct val="90000"/>
              </a:lnSpc>
              <a:spcBef>
                <a:spcPts val="281"/>
              </a:spcBef>
              <a:spcAft>
                <a:spcPts val="0"/>
              </a:spcAft>
              <a:buClr>
                <a:schemeClr val="dk1"/>
              </a:buClr>
              <a:buSzPts val="563"/>
              <a:buNone/>
              <a:defRPr sz="563"/>
            </a:lvl7pPr>
            <a:lvl8pPr indent="-228600" lvl="7" marL="3657600" algn="l">
              <a:lnSpc>
                <a:spcPct val="90000"/>
              </a:lnSpc>
              <a:spcBef>
                <a:spcPts val="281"/>
              </a:spcBef>
              <a:spcAft>
                <a:spcPts val="0"/>
              </a:spcAft>
              <a:buClr>
                <a:schemeClr val="dk1"/>
              </a:buClr>
              <a:buSzPts val="563"/>
              <a:buNone/>
              <a:defRPr sz="563"/>
            </a:lvl8pPr>
            <a:lvl9pPr indent="-228600" lvl="8" marL="4114800" algn="l">
              <a:lnSpc>
                <a:spcPct val="90000"/>
              </a:lnSpc>
              <a:spcBef>
                <a:spcPts val="281"/>
              </a:spcBef>
              <a:spcAft>
                <a:spcPts val="0"/>
              </a:spcAft>
              <a:buClr>
                <a:schemeClr val="dk1"/>
              </a:buClr>
              <a:buSzPts val="563"/>
              <a:buNone/>
              <a:defRPr sz="563"/>
            </a:lvl9pPr>
          </a:lstStyle>
          <a:p/>
        </p:txBody>
      </p:sp>
      <p:sp>
        <p:nvSpPr>
          <p:cNvPr id="69" name="Google Shape;69;p29"/>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9"/>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0"/>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75" name="Google Shape;75;p30"/>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1449695"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81" name="Google Shape;81;p31"/>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475"/>
              <a:buFont typeface="Calibri"/>
              <a:buNone/>
              <a:defRPr b="0" i="0" sz="2475"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28612" lvl="0" marL="457200" marR="0" rtl="0" algn="l">
              <a:lnSpc>
                <a:spcPct val="90000"/>
              </a:lnSpc>
              <a:spcBef>
                <a:spcPts val="563"/>
              </a:spcBef>
              <a:spcAft>
                <a:spcPts val="0"/>
              </a:spcAft>
              <a:buClr>
                <a:schemeClr val="dk1"/>
              </a:buClr>
              <a:buSzPts val="1575"/>
              <a:buFont typeface="Arial"/>
              <a:buChar char="•"/>
              <a:defRPr b="0" i="0" sz="1575" u="none" cap="none" strike="noStrike">
                <a:solidFill>
                  <a:schemeClr val="dk1"/>
                </a:solidFill>
                <a:latin typeface="Calibri"/>
                <a:ea typeface="Calibri"/>
                <a:cs typeface="Calibri"/>
                <a:sym typeface="Calibri"/>
              </a:defRPr>
            </a:lvl1pPr>
            <a:lvl2pPr indent="-314325" lvl="1" marL="914400" marR="0" rtl="0" algn="l">
              <a:lnSpc>
                <a:spcPct val="90000"/>
              </a:lnSpc>
              <a:spcBef>
                <a:spcPts val="281"/>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2pPr>
            <a:lvl3pPr indent="-300037" lvl="2" marL="1371600" marR="0" rtl="0" algn="l">
              <a:lnSpc>
                <a:spcPct val="90000"/>
              </a:lnSpc>
              <a:spcBef>
                <a:spcPts val="281"/>
              </a:spcBef>
              <a:spcAft>
                <a:spcPts val="0"/>
              </a:spcAft>
              <a:buClr>
                <a:schemeClr val="dk1"/>
              </a:buClr>
              <a:buSzPts val="1125"/>
              <a:buFont typeface="Arial"/>
              <a:buChar char="•"/>
              <a:defRPr b="0" i="0" sz="1125" u="none" cap="none" strike="noStrike">
                <a:solidFill>
                  <a:schemeClr val="dk1"/>
                </a:solidFill>
                <a:latin typeface="Calibri"/>
                <a:ea typeface="Calibri"/>
                <a:cs typeface="Calibri"/>
                <a:sym typeface="Calibri"/>
              </a:defRPr>
            </a:lvl3pPr>
            <a:lvl4pPr indent="-292925" lvl="3" marL="18288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4pPr>
            <a:lvl5pPr indent="-292925" lvl="4" marL="22860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5pPr>
            <a:lvl6pPr indent="-292925" lvl="5" marL="27432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6pPr>
            <a:lvl7pPr indent="-292925" lvl="6" marL="32004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7pPr>
            <a:lvl8pPr indent="-292925" lvl="7" marL="36576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8pPr>
            <a:lvl9pPr indent="-292925" lvl="8" marL="41148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675"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675"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1pPr>
            <a:lvl2pPr indent="0" lvl="1"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2pPr>
            <a:lvl3pPr indent="0" lvl="2"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3pPr>
            <a:lvl4pPr indent="0" lvl="3"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4pPr>
            <a:lvl5pPr indent="0" lvl="4"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5pPr>
            <a:lvl6pPr indent="0" lvl="5"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6pPr>
            <a:lvl7pPr indent="0" lvl="6"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7pPr>
            <a:lvl8pPr indent="0" lvl="7"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8pPr>
            <a:lvl9pPr indent="0" lvl="8"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1'!A1" TargetMode="External"/><Relationship Id="rId10" Type="http://schemas.openxmlformats.org/officeDocument/2006/relationships/image" Target="../media/image14.png"/><Relationship Id="rId13" Type="http://schemas.openxmlformats.org/officeDocument/2006/relationships/image" Target="../media/image16.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8.jpg"/><Relationship Id="rId9" Type="http://schemas.openxmlformats.org/officeDocument/2006/relationships/hyperlink" Target="#'9'!A1" TargetMode="External"/><Relationship Id="rId14" Type="http://schemas.openxmlformats.org/officeDocument/2006/relationships/image" Target="../media/image27.png"/><Relationship Id="rId5" Type="http://schemas.openxmlformats.org/officeDocument/2006/relationships/image" Target="../media/image4.png"/><Relationship Id="rId6" Type="http://schemas.openxmlformats.org/officeDocument/2006/relationships/image" Target="../media/image7.jpg"/><Relationship Id="rId7" Type="http://schemas.openxmlformats.org/officeDocument/2006/relationships/hyperlink" Target="#'5'!A1" TargetMode="External"/><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27.png"/></Relationships>
</file>

<file path=ppt/slides/_rels/slide3.xml.rels><?xml version="1.0" encoding="UTF-8" standalone="yes"?><Relationships xmlns="http://schemas.openxmlformats.org/package/2006/relationships"><Relationship Id="rId10" Type="http://schemas.openxmlformats.org/officeDocument/2006/relationships/image" Target="../media/image27.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 Id="rId9" Type="http://schemas.openxmlformats.org/officeDocument/2006/relationships/image" Target="../media/image16.png"/><Relationship Id="rId5" Type="http://schemas.openxmlformats.org/officeDocument/2006/relationships/image" Target="../media/image12.jpg"/><Relationship Id="rId6" Type="http://schemas.openxmlformats.org/officeDocument/2006/relationships/image" Target="../media/image29.jpg"/><Relationship Id="rId7" Type="http://schemas.openxmlformats.org/officeDocument/2006/relationships/hyperlink" Target="#'1'!A1" TargetMode="External"/><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6.png"/><Relationship Id="rId9"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hyperlink" Target="#'9'!A1" TargetMode="External"/><Relationship Id="rId7" Type="http://schemas.openxmlformats.org/officeDocument/2006/relationships/image" Target="../media/image14.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image" Target="../media/image16.png"/><Relationship Id="rId7" Type="http://schemas.openxmlformats.org/officeDocument/2006/relationships/image" Target="../media/image27.png"/></Relationships>
</file>

<file path=ppt/slides/_rels/slide6.xml.rels><?xml version="1.0" encoding="UTF-8" standalone="yes"?><Relationships xmlns="http://schemas.openxmlformats.org/package/2006/relationships"><Relationship Id="rId10" Type="http://schemas.openxmlformats.org/officeDocument/2006/relationships/image" Target="../media/image27.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9.png"/><Relationship Id="rId9" Type="http://schemas.openxmlformats.org/officeDocument/2006/relationships/image" Target="../media/image16.png"/><Relationship Id="rId5" Type="http://schemas.openxmlformats.org/officeDocument/2006/relationships/image" Target="../media/image28.png"/><Relationship Id="rId6" Type="http://schemas.openxmlformats.org/officeDocument/2006/relationships/image" Target="../media/image20.png"/><Relationship Id="rId7" Type="http://schemas.openxmlformats.org/officeDocument/2006/relationships/image" Target="../media/image24.png"/><Relationship Id="rId8"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4"/>
          <p:cNvSpPr/>
          <p:nvPr/>
        </p:nvSpPr>
        <p:spPr>
          <a:xfrm>
            <a:off x="0" y="972075"/>
            <a:ext cx="6732802" cy="8385904"/>
          </a:xfrm>
          <a:prstGeom prst="rect">
            <a:avLst/>
          </a:prstGeom>
          <a:solidFill>
            <a:srgbClr val="2F5496"/>
          </a:solidFill>
          <a:ln cap="flat" cmpd="sng" w="254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4"/>
          <p:cNvSpPr txBox="1"/>
          <p:nvPr/>
        </p:nvSpPr>
        <p:spPr>
          <a:xfrm>
            <a:off x="5461689" y="9642688"/>
            <a:ext cx="1388522" cy="2000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700" u="none" cap="none" strike="noStrike">
                <a:solidFill>
                  <a:schemeClr val="dk1"/>
                </a:solidFill>
                <a:latin typeface="Calibri"/>
                <a:ea typeface="Calibri"/>
                <a:cs typeface="Calibri"/>
                <a:sym typeface="Calibri"/>
              </a:rPr>
              <a:t>FICHE PRODUIT MARS 2014</a:t>
            </a:r>
            <a:endParaRPr/>
          </a:p>
        </p:txBody>
      </p:sp>
      <p:sp>
        <p:nvSpPr>
          <p:cNvPr id="90" name="Google Shape;90;p14"/>
          <p:cNvSpPr/>
          <p:nvPr/>
        </p:nvSpPr>
        <p:spPr>
          <a:xfrm>
            <a:off x="1987886" y="1258563"/>
            <a:ext cx="3759200" cy="1463934"/>
          </a:xfrm>
          <a:prstGeom prst="roundRect">
            <a:avLst>
              <a:gd fmla="val 16667" name="adj"/>
            </a:avLst>
          </a:prstGeom>
          <a:solidFill>
            <a:schemeClr val="lt1"/>
          </a:solidFill>
          <a:ln cap="flat" cmpd="sng" w="254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rPr b="1" lang="fr-FR" sz="2000">
                <a:solidFill>
                  <a:srgbClr val="2F5496"/>
                </a:solidFill>
                <a:latin typeface="Calibri"/>
                <a:ea typeface="Calibri"/>
                <a:cs typeface="Calibri"/>
                <a:sym typeface="Calibri"/>
              </a:rPr>
              <a:t>Une complémentaire santé</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via</a:t>
            </a:r>
            <a:r>
              <a:rPr b="1" lang="fr-FR" sz="1600">
                <a:solidFill>
                  <a:schemeClr val="dk1"/>
                </a:solidFill>
                <a:latin typeface="Calibri"/>
                <a:ea typeface="Calibri"/>
                <a:cs typeface="Calibri"/>
                <a:sym typeface="Calibri"/>
              </a:rPr>
              <a:t>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Contrat responsable</a:t>
            </a:r>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8 formules</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p:txBody>
      </p:sp>
      <p:sp>
        <p:nvSpPr>
          <p:cNvPr id="91" name="Google Shape;91;p14"/>
          <p:cNvSpPr/>
          <p:nvPr/>
        </p:nvSpPr>
        <p:spPr>
          <a:xfrm>
            <a:off x="2447575" y="3295379"/>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16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Un Réseau de soins</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r">
              <a:spcBef>
                <a:spcPts val="0"/>
              </a:spcBef>
              <a:spcAft>
                <a:spcPts val="0"/>
              </a:spcAft>
              <a:buNone/>
            </a:pPr>
            <a:r>
              <a:t/>
            </a:r>
            <a:endParaRPr sz="1200">
              <a:solidFill>
                <a:schemeClr val="dk1"/>
              </a:solidFill>
              <a:latin typeface="Calibri"/>
              <a:ea typeface="Calibri"/>
              <a:cs typeface="Calibri"/>
              <a:sym typeface="Calibri"/>
            </a:endParaRPr>
          </a:p>
        </p:txBody>
      </p:sp>
      <p:sp>
        <p:nvSpPr>
          <p:cNvPr id="92" name="Google Shape;92;p14"/>
          <p:cNvSpPr/>
          <p:nvPr/>
        </p:nvSpPr>
        <p:spPr>
          <a:xfrm>
            <a:off x="2447575" y="5298174"/>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2000">
                <a:solidFill>
                  <a:srgbClr val="2F5496"/>
                </a:solidFill>
                <a:latin typeface="Calibri"/>
                <a:ea typeface="Calibri"/>
                <a:cs typeface="Calibri"/>
                <a:sym typeface="Calibri"/>
              </a:rPr>
              <a:t>   Un Tiers payant</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ctr">
              <a:spcBef>
                <a:spcPts val="0"/>
              </a:spcBef>
              <a:spcAft>
                <a:spcPts val="0"/>
              </a:spcAft>
              <a:buNone/>
            </a:pPr>
            <a:r>
              <a:rPr lang="fr-FR" sz="1400">
                <a:solidFill>
                  <a:schemeClr val="dk1"/>
                </a:solidFill>
                <a:latin typeface="Calibri"/>
                <a:ea typeface="Calibri"/>
                <a:cs typeface="Calibri"/>
                <a:sym typeface="Calibri"/>
              </a:rPr>
              <a:t>  </a:t>
            </a:r>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Un tiers payant national, qui vous évite d’avancer les frais médicaux.</a:t>
            </a:r>
            <a:endParaRPr/>
          </a:p>
        </p:txBody>
      </p:sp>
      <p:sp>
        <p:nvSpPr>
          <p:cNvPr id="93" name="Google Shape;93;p14"/>
          <p:cNvSpPr/>
          <p:nvPr/>
        </p:nvSpPr>
        <p:spPr>
          <a:xfrm>
            <a:off x="1987886" y="7323510"/>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20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Une assistance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r">
              <a:spcBef>
                <a:spcPts val="0"/>
              </a:spcBef>
              <a:spcAft>
                <a:spcPts val="0"/>
              </a:spcAft>
              <a:buNone/>
            </a:pPr>
            <a:r>
              <a:t/>
            </a:r>
            <a:endParaRPr b="1" sz="1400">
              <a:solidFill>
                <a:schemeClr val="dk1"/>
              </a:solidFill>
              <a:latin typeface="Calibri"/>
              <a:ea typeface="Calibri"/>
              <a:cs typeface="Calibri"/>
              <a:sym typeface="Calibri"/>
            </a:endParaRPr>
          </a:p>
          <a:p>
            <a:pPr indent="0" lvl="0" marL="0" marR="0" rtl="0" algn="r">
              <a:spcBef>
                <a:spcPts val="0"/>
              </a:spcBef>
              <a:spcAft>
                <a:spcPts val="0"/>
              </a:spcAft>
              <a:buNone/>
            </a:pPr>
            <a:r>
              <a:rPr lang="fr-FR" sz="1600">
                <a:solidFill>
                  <a:schemeClr val="dk1"/>
                </a:solidFill>
                <a:latin typeface="Calibri"/>
                <a:ea typeface="Calibri"/>
                <a:cs typeface="Calibri"/>
                <a:sym typeface="Calibri"/>
              </a:rPr>
              <a:t>                </a:t>
            </a:r>
            <a:r>
              <a:rPr lang="fr-FR" sz="1200">
                <a:solidFill>
                  <a:schemeClr val="dk1"/>
                </a:solidFill>
                <a:latin typeface="Calibri"/>
                <a:ea typeface="Calibri"/>
                <a:cs typeface="Calibri"/>
                <a:sym typeface="Calibri"/>
              </a:rPr>
              <a:t>Un service haut de gamme 24h/24, 7j/7 pour vous accompagner en cas de coup dur</a:t>
            </a:r>
            <a:endParaRPr b="1" sz="1600">
              <a:solidFill>
                <a:schemeClr val="dk1"/>
              </a:solidFill>
              <a:latin typeface="Calibri"/>
              <a:ea typeface="Calibri"/>
              <a:cs typeface="Calibri"/>
              <a:sym typeface="Calibri"/>
            </a:endParaRPr>
          </a:p>
        </p:txBody>
      </p:sp>
      <p:grpSp>
        <p:nvGrpSpPr>
          <p:cNvPr id="94" name="Google Shape;94;p14"/>
          <p:cNvGrpSpPr/>
          <p:nvPr/>
        </p:nvGrpSpPr>
        <p:grpSpPr>
          <a:xfrm>
            <a:off x="2045763" y="1495981"/>
            <a:ext cx="976837" cy="1010393"/>
            <a:chOff x="2109263" y="1465142"/>
            <a:chExt cx="976837" cy="1010393"/>
          </a:xfrm>
        </p:grpSpPr>
        <p:sp>
          <p:nvSpPr>
            <p:cNvPr id="95" name="Google Shape;95;p14"/>
            <p:cNvSpPr/>
            <p:nvPr/>
          </p:nvSpPr>
          <p:spPr>
            <a:xfrm>
              <a:off x="2109263" y="1465142"/>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Modèle Logo Santé Et Forme Physique Logo Médical | PosterMyWall" id="96" name="Google Shape;96;p14"/>
            <p:cNvPicPr preferRelativeResize="0"/>
            <p:nvPr/>
          </p:nvPicPr>
          <p:blipFill rotWithShape="1">
            <a:blip r:embed="rId3">
              <a:alphaModFix/>
            </a:blip>
            <a:srcRect b="24816" l="23299" r="27063" t="11936"/>
            <a:stretch/>
          </p:blipFill>
          <p:spPr>
            <a:xfrm>
              <a:off x="2311520" y="1585367"/>
              <a:ext cx="596138" cy="759582"/>
            </a:xfrm>
            <a:prstGeom prst="rect">
              <a:avLst/>
            </a:prstGeom>
            <a:noFill/>
            <a:ln>
              <a:noFill/>
            </a:ln>
          </p:spPr>
        </p:pic>
      </p:grpSp>
      <p:grpSp>
        <p:nvGrpSpPr>
          <p:cNvPr id="97" name="Google Shape;97;p14"/>
          <p:cNvGrpSpPr/>
          <p:nvPr/>
        </p:nvGrpSpPr>
        <p:grpSpPr>
          <a:xfrm>
            <a:off x="2508660" y="3513533"/>
            <a:ext cx="976837" cy="1010393"/>
            <a:chOff x="2548471" y="3049424"/>
            <a:chExt cx="976837" cy="1010393"/>
          </a:xfrm>
        </p:grpSpPr>
        <p:sp>
          <p:nvSpPr>
            <p:cNvPr id="98" name="Google Shape;98;p14"/>
            <p:cNvSpPr/>
            <p:nvPr/>
          </p:nvSpPr>
          <p:spPr>
            <a:xfrm>
              <a:off x="2548471" y="3049424"/>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Réseaux de soins et de professionnels - Uneoreilleavertie.com" id="99" name="Google Shape;99;p14"/>
            <p:cNvPicPr preferRelativeResize="0"/>
            <p:nvPr/>
          </p:nvPicPr>
          <p:blipFill rotWithShape="1">
            <a:blip r:embed="rId4">
              <a:alphaModFix/>
            </a:blip>
            <a:srcRect b="17480" l="6110" r="8264" t="12370"/>
            <a:stretch/>
          </p:blipFill>
          <p:spPr>
            <a:xfrm>
              <a:off x="2693612" y="3280574"/>
              <a:ext cx="670266" cy="577197"/>
            </a:xfrm>
            <a:prstGeom prst="rect">
              <a:avLst/>
            </a:prstGeom>
            <a:noFill/>
            <a:ln>
              <a:noFill/>
            </a:ln>
          </p:spPr>
        </p:pic>
      </p:grpSp>
      <p:grpSp>
        <p:nvGrpSpPr>
          <p:cNvPr id="100" name="Google Shape;100;p14"/>
          <p:cNvGrpSpPr/>
          <p:nvPr/>
        </p:nvGrpSpPr>
        <p:grpSpPr>
          <a:xfrm>
            <a:off x="2517276" y="5541565"/>
            <a:ext cx="976837" cy="1010393"/>
            <a:chOff x="2693612" y="4712978"/>
            <a:chExt cx="976837" cy="1010393"/>
          </a:xfrm>
        </p:grpSpPr>
        <p:sp>
          <p:nvSpPr>
            <p:cNvPr id="101" name="Google Shape;101;p14"/>
            <p:cNvSpPr/>
            <p:nvPr/>
          </p:nvSpPr>
          <p:spPr>
            <a:xfrm>
              <a:off x="2693612" y="4712978"/>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Tiers payant : qu'est-ce que c'est et comment l'obtenir ?" id="102" name="Google Shape;102;p14"/>
            <p:cNvPicPr preferRelativeResize="0"/>
            <p:nvPr/>
          </p:nvPicPr>
          <p:blipFill rotWithShape="1">
            <a:blip r:embed="rId5">
              <a:alphaModFix/>
            </a:blip>
            <a:srcRect b="4848" l="19237" r="29792" t="4849"/>
            <a:stretch/>
          </p:blipFill>
          <p:spPr>
            <a:xfrm>
              <a:off x="2862942" y="4910684"/>
              <a:ext cx="638175" cy="596045"/>
            </a:xfrm>
            <a:prstGeom prst="rect">
              <a:avLst/>
            </a:prstGeom>
            <a:noFill/>
            <a:ln>
              <a:noFill/>
            </a:ln>
          </p:spPr>
        </p:pic>
      </p:grpSp>
      <p:grpSp>
        <p:nvGrpSpPr>
          <p:cNvPr id="103" name="Google Shape;103;p14"/>
          <p:cNvGrpSpPr/>
          <p:nvPr/>
        </p:nvGrpSpPr>
        <p:grpSpPr>
          <a:xfrm>
            <a:off x="2068832" y="7568271"/>
            <a:ext cx="976837" cy="1010393"/>
            <a:chOff x="2566518" y="6340968"/>
            <a:chExt cx="976837" cy="1010393"/>
          </a:xfrm>
        </p:grpSpPr>
        <p:sp>
          <p:nvSpPr>
            <p:cNvPr id="104" name="Google Shape;104;p14"/>
            <p:cNvSpPr/>
            <p:nvPr/>
          </p:nvSpPr>
          <p:spPr>
            <a:xfrm>
              <a:off x="2566518" y="6340968"/>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Assistance and protection logo work people sign Vector Image" id="105" name="Google Shape;105;p14"/>
            <p:cNvPicPr preferRelativeResize="0"/>
            <p:nvPr/>
          </p:nvPicPr>
          <p:blipFill rotWithShape="1">
            <a:blip r:embed="rId6">
              <a:alphaModFix/>
            </a:blip>
            <a:srcRect b="31895" l="20105" r="19154" t="9307"/>
            <a:stretch/>
          </p:blipFill>
          <p:spPr>
            <a:xfrm>
              <a:off x="2781449" y="6523581"/>
              <a:ext cx="577433" cy="603735"/>
            </a:xfrm>
            <a:prstGeom prst="rect">
              <a:avLst/>
            </a:prstGeom>
            <a:noFill/>
            <a:ln>
              <a:noFill/>
            </a:ln>
          </p:spPr>
        </p:pic>
      </p:grpSp>
      <p:pic>
        <p:nvPicPr>
          <p:cNvPr id="106" name="Google Shape;106;p14">
            <a:hlinkClick r:id="rId7"/>
          </p:cNvPr>
          <p:cNvPicPr preferRelativeResize="0"/>
          <p:nvPr/>
        </p:nvPicPr>
        <p:blipFill rotWithShape="1">
          <a:blip r:embed="rId8">
            <a:alphaModFix/>
          </a:blip>
          <a:srcRect b="0" l="0" r="0" t="0"/>
          <a:stretch/>
        </p:blipFill>
        <p:spPr>
          <a:xfrm>
            <a:off x="4697418" y="5582724"/>
            <a:ext cx="1264102" cy="711304"/>
          </a:xfrm>
          <a:prstGeom prst="rect">
            <a:avLst/>
          </a:prstGeom>
          <a:noFill/>
          <a:ln>
            <a:noFill/>
          </a:ln>
        </p:spPr>
      </p:pic>
      <p:sp>
        <p:nvSpPr>
          <p:cNvPr id="107" name="Google Shape;107;p14"/>
          <p:cNvSpPr/>
          <p:nvPr/>
        </p:nvSpPr>
        <p:spPr>
          <a:xfrm>
            <a:off x="-4107550" y="953182"/>
            <a:ext cx="6446849" cy="8404797"/>
          </a:xfrm>
          <a:prstGeom prst="ellipse">
            <a:avLst/>
          </a:prstGeom>
          <a:solidFill>
            <a:schemeClr val="lt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sp>
        <p:nvSpPr>
          <p:cNvPr id="108" name="Google Shape;108;p14"/>
          <p:cNvSpPr/>
          <p:nvPr/>
        </p:nvSpPr>
        <p:spPr>
          <a:xfrm>
            <a:off x="-417654" y="2351314"/>
            <a:ext cx="2665674" cy="5506457"/>
          </a:xfrm>
          <a:prstGeom prst="ellipse">
            <a:avLst/>
          </a:prstGeom>
          <a:solidFill>
            <a:schemeClr val="lt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3200">
                <a:solidFill>
                  <a:schemeClr val="dk1"/>
                </a:solidFill>
                <a:latin typeface="Calibri"/>
                <a:ea typeface="Calibri"/>
                <a:cs typeface="Calibri"/>
                <a:sym typeface="Calibri"/>
              </a:rPr>
              <a:t>Une </a:t>
            </a:r>
            <a:endParaRPr/>
          </a:p>
          <a:p>
            <a:pPr indent="0" lvl="0" marL="0" marR="0" rtl="0" algn="ctr">
              <a:spcBef>
                <a:spcPts val="0"/>
              </a:spcBef>
              <a:spcAft>
                <a:spcPts val="0"/>
              </a:spcAft>
              <a:buNone/>
            </a:pPr>
            <a:r>
              <a:rPr b="1" lang="fr-FR" sz="3200">
                <a:solidFill>
                  <a:schemeClr val="dk1"/>
                </a:solidFill>
                <a:latin typeface="Calibri"/>
                <a:ea typeface="Calibri"/>
                <a:cs typeface="Calibri"/>
                <a:sym typeface="Calibri"/>
              </a:rPr>
              <a:t>solution intégrale </a:t>
            </a:r>
            <a:r>
              <a:rPr b="1" lang="fr-FR" sz="1800">
                <a:solidFill>
                  <a:schemeClr val="dk1"/>
                </a:solidFill>
                <a:latin typeface="Calibri"/>
                <a:ea typeface="Calibri"/>
                <a:cs typeface="Calibri"/>
                <a:sym typeface="Calibri"/>
              </a:rPr>
              <a:t>Pour </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les 55 ans et plus</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 sans limite d’âge</a:t>
            </a:r>
            <a:endParaRPr/>
          </a:p>
        </p:txBody>
      </p:sp>
      <p:pic>
        <p:nvPicPr>
          <p:cNvPr descr="Comment contacter Inter Mutuelles Assistance ?" id="109" name="Google Shape;109;p14">
            <a:hlinkClick r:id="rId9"/>
          </p:cNvPr>
          <p:cNvPicPr preferRelativeResize="0"/>
          <p:nvPr/>
        </p:nvPicPr>
        <p:blipFill rotWithShape="1">
          <a:blip r:embed="rId10">
            <a:alphaModFix/>
          </a:blip>
          <a:srcRect b="23857" l="0" r="4129" t="28225"/>
          <a:stretch/>
        </p:blipFill>
        <p:spPr>
          <a:xfrm>
            <a:off x="4142480" y="7576182"/>
            <a:ext cx="1403686" cy="778437"/>
          </a:xfrm>
          <a:prstGeom prst="rect">
            <a:avLst/>
          </a:prstGeom>
          <a:noFill/>
          <a:ln>
            <a:noFill/>
          </a:ln>
        </p:spPr>
      </p:pic>
      <p:pic>
        <p:nvPicPr>
          <p:cNvPr id="110" name="Google Shape;110;p14">
            <a:hlinkClick r:id="rId11"/>
          </p:cNvPr>
          <p:cNvPicPr preferRelativeResize="0"/>
          <p:nvPr/>
        </p:nvPicPr>
        <p:blipFill rotWithShape="1">
          <a:blip r:embed="rId12">
            <a:alphaModFix/>
          </a:blip>
          <a:srcRect b="0" l="0" r="0" t="0"/>
          <a:stretch/>
        </p:blipFill>
        <p:spPr>
          <a:xfrm>
            <a:off x="4609421" y="3786633"/>
            <a:ext cx="976837" cy="930502"/>
          </a:xfrm>
          <a:prstGeom prst="rect">
            <a:avLst/>
          </a:prstGeom>
          <a:noFill/>
          <a:ln>
            <a:noFill/>
          </a:ln>
        </p:spPr>
      </p:pic>
      <p:grpSp>
        <p:nvGrpSpPr>
          <p:cNvPr id="111" name="Google Shape;111;p14"/>
          <p:cNvGrpSpPr/>
          <p:nvPr/>
        </p:nvGrpSpPr>
        <p:grpSpPr>
          <a:xfrm>
            <a:off x="101600" y="93434"/>
            <a:ext cx="6686550" cy="628847"/>
            <a:chOff x="101600" y="93434"/>
            <a:chExt cx="6686550" cy="628847"/>
          </a:xfrm>
        </p:grpSpPr>
        <p:sp>
          <p:nvSpPr>
            <p:cNvPr id="112" name="Google Shape;112;p14"/>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QUIÉTUDE    by                               assuré par                                 </a:t>
              </a:r>
              <a:endParaRPr/>
            </a:p>
          </p:txBody>
        </p:sp>
        <p:pic>
          <p:nvPicPr>
            <p:cNvPr descr="Néoliane Santé &amp; Prévoyance" id="113" name="Google Shape;113;p14"/>
            <p:cNvPicPr preferRelativeResize="0"/>
            <p:nvPr/>
          </p:nvPicPr>
          <p:blipFill rotWithShape="1">
            <a:blip r:embed="rId13">
              <a:alphaModFix/>
            </a:blip>
            <a:srcRect b="0" l="0" r="0" t="0"/>
            <a:stretch/>
          </p:blipFill>
          <p:spPr>
            <a:xfrm>
              <a:off x="2241097" y="263005"/>
              <a:ext cx="1206122" cy="234590"/>
            </a:xfrm>
            <a:prstGeom prst="rect">
              <a:avLst/>
            </a:prstGeom>
            <a:noFill/>
            <a:ln>
              <a:noFill/>
            </a:ln>
          </p:spPr>
        </p:pic>
        <p:pic>
          <p:nvPicPr>
            <p:cNvPr descr="Animaux Santé | Mutuelle Animaux" id="114" name="Google Shape;114;p14"/>
            <p:cNvPicPr preferRelativeResize="0"/>
            <p:nvPr/>
          </p:nvPicPr>
          <p:blipFill rotWithShape="1">
            <a:blip r:embed="rId14">
              <a:alphaModFix/>
            </a:blip>
            <a:srcRect b="0" l="0" r="0" t="0"/>
            <a:stretch/>
          </p:blipFill>
          <p:spPr>
            <a:xfrm>
              <a:off x="4996299" y="93434"/>
              <a:ext cx="1627605" cy="628847"/>
            </a:xfrm>
            <a:prstGeom prst="rect">
              <a:avLst/>
            </a:prstGeom>
            <a:noFill/>
            <a:ln>
              <a:noFill/>
            </a:ln>
          </p:spPr>
        </p:pic>
      </p:grpSp>
      <p:pic>
        <p:nvPicPr>
          <p:cNvPr descr="Animaux Santé | Mutuelle Animaux" id="115" name="Google Shape;115;p14"/>
          <p:cNvPicPr preferRelativeResize="0"/>
          <p:nvPr/>
        </p:nvPicPr>
        <p:blipFill rotWithShape="1">
          <a:blip r:embed="rId14">
            <a:alphaModFix/>
          </a:blip>
          <a:srcRect b="0" l="0" r="0" t="0"/>
          <a:stretch/>
        </p:blipFill>
        <p:spPr>
          <a:xfrm>
            <a:off x="3958653" y="1630824"/>
            <a:ext cx="1627605" cy="6288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5"/>
          <p:cNvSpPr/>
          <p:nvPr/>
        </p:nvSpPr>
        <p:spPr>
          <a:xfrm>
            <a:off x="348343" y="2133601"/>
            <a:ext cx="6198508" cy="541483"/>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OFFRE PREMIUM POUR LES SENIORS AVEC UN TARIF COMPÉTITIF</a:t>
            </a:r>
            <a:endParaRPr sz="1400">
              <a:solidFill>
                <a:schemeClr val="lt1"/>
              </a:solidFill>
              <a:latin typeface="Calibri"/>
              <a:ea typeface="Calibri"/>
              <a:cs typeface="Calibri"/>
              <a:sym typeface="Calibri"/>
            </a:endParaRPr>
          </a:p>
        </p:txBody>
      </p:sp>
      <p:sp>
        <p:nvSpPr>
          <p:cNvPr id="121" name="Google Shape;121;p15"/>
          <p:cNvSpPr/>
          <p:nvPr/>
        </p:nvSpPr>
        <p:spPr>
          <a:xfrm>
            <a:off x="329746" y="2825315"/>
            <a:ext cx="6198508" cy="385430"/>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adhésion rapide en ligne avec la signature électronique</a:t>
            </a:r>
            <a:endParaRPr/>
          </a:p>
        </p:txBody>
      </p:sp>
      <p:sp>
        <p:nvSpPr>
          <p:cNvPr id="122" name="Google Shape;122;p15"/>
          <p:cNvSpPr/>
          <p:nvPr/>
        </p:nvSpPr>
        <p:spPr>
          <a:xfrm>
            <a:off x="329746" y="3331538"/>
            <a:ext cx="6198508" cy="54148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reprise à la concurrence facilitée</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 </a:t>
            </a:r>
            <a:r>
              <a:rPr lang="fr-FR" sz="1400">
                <a:solidFill>
                  <a:schemeClr val="lt1"/>
                </a:solidFill>
                <a:latin typeface="Calibri"/>
                <a:ea typeface="Calibri"/>
                <a:cs typeface="Calibri"/>
                <a:sym typeface="Calibri"/>
              </a:rPr>
              <a:t>avec la prise en charge de l’envoi de la résiliation en cas de RIA</a:t>
            </a:r>
            <a:endParaRPr sz="1800">
              <a:solidFill>
                <a:schemeClr val="lt1"/>
              </a:solidFill>
              <a:latin typeface="Calibri"/>
              <a:ea typeface="Calibri"/>
              <a:cs typeface="Calibri"/>
              <a:sym typeface="Calibri"/>
            </a:endParaRPr>
          </a:p>
        </p:txBody>
      </p:sp>
      <p:sp>
        <p:nvSpPr>
          <p:cNvPr id="123" name="Google Shape;123;p15"/>
          <p:cNvSpPr/>
          <p:nvPr/>
        </p:nvSpPr>
        <p:spPr>
          <a:xfrm>
            <a:off x="348343" y="3993813"/>
            <a:ext cx="6198508" cy="541483"/>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NOMBREUX BONUS FIDÉLITÉ sur plusieurs années </a:t>
            </a:r>
            <a:endParaRPr/>
          </a:p>
          <a:p>
            <a:pPr indent="0" lvl="0" marL="0" marR="0" rtl="0" algn="ctr">
              <a:spcBef>
                <a:spcPts val="0"/>
              </a:spcBef>
              <a:spcAft>
                <a:spcPts val="0"/>
              </a:spcAft>
              <a:buNone/>
            </a:pPr>
            <a:r>
              <a:rPr lang="fr-FR" sz="1800">
                <a:solidFill>
                  <a:schemeClr val="lt1"/>
                </a:solidFill>
                <a:latin typeface="Calibri"/>
                <a:ea typeface="Calibri"/>
                <a:cs typeface="Calibri"/>
                <a:sym typeface="Calibri"/>
              </a:rPr>
              <a:t>(bonus supplémentaires à partir de la 4ème année)</a:t>
            </a:r>
            <a:endParaRPr/>
          </a:p>
        </p:txBody>
      </p:sp>
      <p:sp>
        <p:nvSpPr>
          <p:cNvPr id="124" name="Google Shape;124;p15"/>
          <p:cNvSpPr/>
          <p:nvPr/>
        </p:nvSpPr>
        <p:spPr>
          <a:xfrm>
            <a:off x="348343" y="4662619"/>
            <a:ext cx="6198508" cy="562101"/>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FORFAIT MÉDECINES COMPLÉMENTAIRES : </a:t>
            </a:r>
            <a:endParaRPr/>
          </a:p>
          <a:p>
            <a:pPr indent="0" lvl="0" marL="0" marR="0" rtl="0" algn="ctr">
              <a:spcBef>
                <a:spcPts val="0"/>
              </a:spcBef>
              <a:spcAft>
                <a:spcPts val="0"/>
              </a:spcAft>
              <a:buNone/>
            </a:pPr>
            <a:r>
              <a:rPr lang="fr-FR" sz="1800">
                <a:solidFill>
                  <a:schemeClr val="lt1"/>
                </a:solidFill>
                <a:latin typeface="Calibri"/>
                <a:ea typeface="Calibri"/>
                <a:cs typeface="Calibri"/>
                <a:sym typeface="Calibri"/>
              </a:rPr>
              <a:t>gamme étendue de praticiens pris en charge</a:t>
            </a:r>
            <a:endParaRPr/>
          </a:p>
        </p:txBody>
      </p:sp>
      <p:sp>
        <p:nvSpPr>
          <p:cNvPr id="125" name="Google Shape;125;p15"/>
          <p:cNvSpPr/>
          <p:nvPr/>
        </p:nvSpPr>
        <p:spPr>
          <a:xfrm>
            <a:off x="329746" y="5321569"/>
            <a:ext cx="6198508" cy="56210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CHAMBRE PARTICULIERE EN CAS D’HOSPITALITATION EN ILLIMITÉ</a:t>
            </a:r>
            <a:endParaRPr sz="1800">
              <a:solidFill>
                <a:schemeClr val="lt1"/>
              </a:solidFill>
              <a:latin typeface="Calibri"/>
              <a:ea typeface="Calibri"/>
              <a:cs typeface="Calibri"/>
              <a:sym typeface="Calibri"/>
            </a:endParaRPr>
          </a:p>
        </p:txBody>
      </p:sp>
      <p:sp>
        <p:nvSpPr>
          <p:cNvPr id="126" name="Google Shape;126;p15"/>
          <p:cNvSpPr/>
          <p:nvPr/>
        </p:nvSpPr>
        <p:spPr>
          <a:xfrm>
            <a:off x="348343" y="5992024"/>
            <a:ext cx="6198508" cy="446508"/>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CURE THERMALE : PRISE EN CHARGE AVEC OU SANS INTERVENTION DU RO</a:t>
            </a:r>
            <a:endParaRPr/>
          </a:p>
        </p:txBody>
      </p:sp>
      <p:sp>
        <p:nvSpPr>
          <p:cNvPr id="127" name="Google Shape;127;p15"/>
          <p:cNvSpPr/>
          <p:nvPr/>
        </p:nvSpPr>
        <p:spPr>
          <a:xfrm>
            <a:off x="348343" y="8420100"/>
            <a:ext cx="6198508" cy="1118050"/>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L’assistance IMA en inclusion </a:t>
            </a:r>
            <a:r>
              <a:rPr lang="fr-FR" sz="1800">
                <a:solidFill>
                  <a:schemeClr val="lt1"/>
                </a:solidFill>
                <a:latin typeface="Calibri"/>
                <a:ea typeface="Calibri"/>
                <a:cs typeface="Calibri"/>
                <a:sym typeface="Calibri"/>
              </a:rPr>
              <a:t>: </a:t>
            </a:r>
            <a:r>
              <a:rPr lang="fr-FR" sz="1400">
                <a:solidFill>
                  <a:schemeClr val="lt1"/>
                </a:solidFill>
                <a:latin typeface="Calibri"/>
                <a:ea typeface="Calibri"/>
                <a:cs typeface="Calibri"/>
                <a:sym typeface="Calibri"/>
              </a:rPr>
              <a:t>disponibles 7j/7, 24h/24</a:t>
            </a:r>
            <a:endParaRPr/>
          </a:p>
          <a:p>
            <a:pPr indent="0" lvl="0" marL="0" marR="0" rtl="0" algn="ctr">
              <a:spcBef>
                <a:spcPts val="0"/>
              </a:spcBef>
              <a:spcAft>
                <a:spcPts val="0"/>
              </a:spcAft>
              <a:buNone/>
            </a:pPr>
            <a:r>
              <a:rPr lang="fr-FR" sz="1800">
                <a:solidFill>
                  <a:schemeClr val="lt1"/>
                </a:solidFill>
                <a:latin typeface="Calibri"/>
                <a:ea typeface="Calibri"/>
                <a:cs typeface="Calibri"/>
                <a:sym typeface="Calibri"/>
              </a:rPr>
              <a:t> </a:t>
            </a:r>
            <a:r>
              <a:rPr b="1" lang="fr-FR" sz="1800">
                <a:solidFill>
                  <a:schemeClr val="lt1"/>
                </a:solidFill>
                <a:latin typeface="Calibri"/>
                <a:ea typeface="Calibri"/>
                <a:cs typeface="Calibri"/>
                <a:sym typeface="Calibri"/>
              </a:rPr>
              <a:t>Des garanties haut de gamme </a:t>
            </a:r>
            <a:r>
              <a:rPr lang="fr-FR" sz="1400">
                <a:solidFill>
                  <a:schemeClr val="lt1"/>
                </a:solidFill>
                <a:latin typeface="Calibri"/>
                <a:ea typeface="Calibri"/>
                <a:cs typeface="Calibri"/>
                <a:sym typeface="Calibri"/>
              </a:rPr>
              <a:t>en cas d’hospitalisation ou immobilisation, en cas de décès, en cas déplacement, ….</a:t>
            </a:r>
            <a:endParaRPr sz="1800">
              <a:solidFill>
                <a:schemeClr val="lt1"/>
              </a:solidFill>
              <a:latin typeface="Calibri"/>
              <a:ea typeface="Calibri"/>
              <a:cs typeface="Calibri"/>
              <a:sym typeface="Calibri"/>
            </a:endParaRPr>
          </a:p>
        </p:txBody>
      </p:sp>
      <p:grpSp>
        <p:nvGrpSpPr>
          <p:cNvPr id="128" name="Google Shape;128;p15"/>
          <p:cNvGrpSpPr/>
          <p:nvPr/>
        </p:nvGrpSpPr>
        <p:grpSpPr>
          <a:xfrm>
            <a:off x="1248230" y="945460"/>
            <a:ext cx="5215617" cy="1038433"/>
            <a:chOff x="1248230" y="945460"/>
            <a:chExt cx="5215617" cy="1038433"/>
          </a:xfrm>
        </p:grpSpPr>
        <p:sp>
          <p:nvSpPr>
            <p:cNvPr id="129" name="Google Shape;129;p15"/>
            <p:cNvSpPr txBox="1"/>
            <p:nvPr/>
          </p:nvSpPr>
          <p:spPr>
            <a:xfrm>
              <a:off x="2283732" y="1029786"/>
              <a:ext cx="4180115"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Pourquoi choisir Néoliane QUIÉTUDE ?</a:t>
              </a:r>
              <a:endParaRPr/>
            </a:p>
          </p:txBody>
        </p:sp>
        <p:pic>
          <p:nvPicPr>
            <p:cNvPr descr="Bonne idée - Icônes commercialisation gratuites" id="130" name="Google Shape;130;p15"/>
            <p:cNvPicPr preferRelativeResize="0"/>
            <p:nvPr/>
          </p:nvPicPr>
          <p:blipFill rotWithShape="1">
            <a:blip r:embed="rId3">
              <a:alphaModFix/>
            </a:blip>
            <a:srcRect b="0" l="0" r="0" t="0"/>
            <a:stretch/>
          </p:blipFill>
          <p:spPr>
            <a:xfrm>
              <a:off x="1248230" y="945460"/>
              <a:ext cx="1035502" cy="1035502"/>
            </a:xfrm>
            <a:prstGeom prst="rect">
              <a:avLst/>
            </a:prstGeom>
            <a:noFill/>
            <a:ln>
              <a:noFill/>
            </a:ln>
          </p:spPr>
        </p:pic>
      </p:grpSp>
      <p:sp>
        <p:nvSpPr>
          <p:cNvPr id="131" name="Google Shape;131;p15"/>
          <p:cNvSpPr/>
          <p:nvPr/>
        </p:nvSpPr>
        <p:spPr>
          <a:xfrm>
            <a:off x="348343" y="7025860"/>
            <a:ext cx="6198508" cy="1283048"/>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L’accès au réseau de soins Carte Blanche, 1er réseau de soins de santé de France. </a:t>
            </a:r>
            <a:r>
              <a:rPr lang="fr-FR" sz="1400">
                <a:solidFill>
                  <a:schemeClr val="lt1"/>
                </a:solidFill>
                <a:latin typeface="Calibri"/>
                <a:ea typeface="Calibri"/>
                <a:cs typeface="Calibri"/>
                <a:sym typeface="Calibri"/>
              </a:rPr>
              <a:t>Un tiers payant national, Des tarifs spécialement négociés sur les soins et les équipements des différents réseaux proposés, Un nombre important de professionnels adhérents, Des avantages supplémentaires comme des garanties spéciales pour couvrir la casse par exemple…</a:t>
            </a:r>
            <a:endParaRPr sz="1800">
              <a:solidFill>
                <a:schemeClr val="lt1"/>
              </a:solidFill>
              <a:latin typeface="Calibri"/>
              <a:ea typeface="Calibri"/>
              <a:cs typeface="Calibri"/>
              <a:sym typeface="Calibri"/>
            </a:endParaRPr>
          </a:p>
        </p:txBody>
      </p:sp>
      <p:sp>
        <p:nvSpPr>
          <p:cNvPr id="132" name="Google Shape;132;p15"/>
          <p:cNvSpPr/>
          <p:nvPr/>
        </p:nvSpPr>
        <p:spPr>
          <a:xfrm>
            <a:off x="348343" y="6549724"/>
            <a:ext cx="6198508" cy="374885"/>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RÉDUCTION POUR LES COUPLES : 10%</a:t>
            </a:r>
            <a:endParaRPr/>
          </a:p>
        </p:txBody>
      </p:sp>
      <p:grpSp>
        <p:nvGrpSpPr>
          <p:cNvPr id="133" name="Google Shape;133;p15"/>
          <p:cNvGrpSpPr/>
          <p:nvPr/>
        </p:nvGrpSpPr>
        <p:grpSpPr>
          <a:xfrm>
            <a:off x="101600" y="93434"/>
            <a:ext cx="6686550" cy="628847"/>
            <a:chOff x="101600" y="93434"/>
            <a:chExt cx="6686550" cy="628847"/>
          </a:xfrm>
        </p:grpSpPr>
        <p:sp>
          <p:nvSpPr>
            <p:cNvPr id="134" name="Google Shape;134;p15"/>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QUIÉTUDE    by                               assuré par                                 </a:t>
              </a:r>
              <a:endParaRPr/>
            </a:p>
          </p:txBody>
        </p:sp>
        <p:pic>
          <p:nvPicPr>
            <p:cNvPr descr="Néoliane Santé &amp; Prévoyance" id="135" name="Google Shape;135;p15"/>
            <p:cNvPicPr preferRelativeResize="0"/>
            <p:nvPr/>
          </p:nvPicPr>
          <p:blipFill rotWithShape="1">
            <a:blip r:embed="rId4">
              <a:alphaModFix/>
            </a:blip>
            <a:srcRect b="0" l="0" r="0" t="0"/>
            <a:stretch/>
          </p:blipFill>
          <p:spPr>
            <a:xfrm>
              <a:off x="2241097" y="263005"/>
              <a:ext cx="1206122" cy="234590"/>
            </a:xfrm>
            <a:prstGeom prst="rect">
              <a:avLst/>
            </a:prstGeom>
            <a:noFill/>
            <a:ln>
              <a:noFill/>
            </a:ln>
          </p:spPr>
        </p:pic>
        <p:pic>
          <p:nvPicPr>
            <p:cNvPr descr="Animaux Santé | Mutuelle Animaux" id="136" name="Google Shape;136;p15"/>
            <p:cNvPicPr preferRelativeResize="0"/>
            <p:nvPr/>
          </p:nvPicPr>
          <p:blipFill rotWithShape="1">
            <a:blip r:embed="rId5">
              <a:alphaModFix/>
            </a:blip>
            <a:srcRect b="0" l="0" r="0" t="0"/>
            <a:stretch/>
          </p:blipFill>
          <p:spPr>
            <a:xfrm>
              <a:off x="4996299" y="93434"/>
              <a:ext cx="1627605" cy="628847"/>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Bouton Logo Les Dents - Images vectorielles gratuites sur Pixabay - Pixabay" id="141" name="Google Shape;141;p16"/>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sp>
        <p:nvSpPr>
          <p:cNvPr id="142" name="Google Shape;142;p16"/>
          <p:cNvSpPr txBox="1"/>
          <p:nvPr/>
        </p:nvSpPr>
        <p:spPr>
          <a:xfrm>
            <a:off x="1861431" y="1016126"/>
            <a:ext cx="468448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70C0"/>
                </a:solidFill>
                <a:latin typeface="Calibri"/>
                <a:ea typeface="Calibri"/>
                <a:cs typeface="Calibri"/>
                <a:sym typeface="Calibri"/>
              </a:rPr>
              <a:t>Pourquoi passer par le réseau de soin Carte Blanche ?</a:t>
            </a:r>
            <a:endParaRPr/>
          </a:p>
        </p:txBody>
      </p:sp>
      <p:grpSp>
        <p:nvGrpSpPr>
          <p:cNvPr id="143" name="Google Shape;143;p16"/>
          <p:cNvGrpSpPr/>
          <p:nvPr/>
        </p:nvGrpSpPr>
        <p:grpSpPr>
          <a:xfrm>
            <a:off x="526788" y="2057326"/>
            <a:ext cx="6247576" cy="2677656"/>
            <a:chOff x="343724" y="2264276"/>
            <a:chExt cx="6069776" cy="2677656"/>
          </a:xfrm>
        </p:grpSpPr>
        <p:pic>
          <p:nvPicPr>
            <p:cNvPr descr="Feingeist - Lunette Pour Les Ecran - Free Transparent PNG Clipart Images  Download" id="144" name="Google Shape;144;p16"/>
            <p:cNvPicPr preferRelativeResize="0"/>
            <p:nvPr/>
          </p:nvPicPr>
          <p:blipFill rotWithShape="1">
            <a:blip r:embed="rId4">
              <a:alphaModFix/>
            </a:blip>
            <a:srcRect b="0" l="0" r="0" t="0"/>
            <a:stretch/>
          </p:blipFill>
          <p:spPr>
            <a:xfrm>
              <a:off x="343724" y="2264276"/>
              <a:ext cx="1272560" cy="570377"/>
            </a:xfrm>
            <a:prstGeom prst="rect">
              <a:avLst/>
            </a:prstGeom>
            <a:noFill/>
            <a:ln>
              <a:noFill/>
            </a:ln>
          </p:spPr>
        </p:pic>
        <p:sp>
          <p:nvSpPr>
            <p:cNvPr id="145" name="Google Shape;145;p16"/>
            <p:cNvSpPr txBox="1"/>
            <p:nvPr/>
          </p:nvSpPr>
          <p:spPr>
            <a:xfrm>
              <a:off x="1382902" y="2264276"/>
              <a:ext cx="5030598"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optique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pour des équipements optique (lentilles et lunettes) : </a:t>
              </a:r>
              <a:r>
                <a:rPr b="1" i="0" lang="fr-FR" sz="1400">
                  <a:solidFill>
                    <a:srgbClr val="161615"/>
                  </a:solidFill>
                  <a:latin typeface="Arial"/>
                  <a:ea typeface="Arial"/>
                  <a:cs typeface="Arial"/>
                  <a:sym typeface="Arial"/>
                </a:rPr>
                <a:t>jusqu’à 40 % </a:t>
              </a:r>
              <a:r>
                <a:rPr b="0" i="0" lang="fr-FR" sz="1400">
                  <a:solidFill>
                    <a:srgbClr val="161615"/>
                  </a:solidFill>
                  <a:latin typeface="Arial"/>
                  <a:ea typeface="Arial"/>
                  <a:cs typeface="Arial"/>
                  <a:sym typeface="Arial"/>
                </a:rPr>
                <a:t>de réduction.</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garanties supplémentaires: comme une protection contre la casse pendant 2 ans, l’adaptation des verres pendant 6 mois, L’entretien et le réajustement des lunettes gratuits chez l’opticien fournisseur.</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large choix grâce à un catalogue de plus de </a:t>
              </a:r>
              <a:r>
                <a:rPr b="1" i="0" lang="fr-FR" sz="1400">
                  <a:solidFill>
                    <a:srgbClr val="161615"/>
                  </a:solidFill>
                  <a:latin typeface="Arial"/>
                  <a:ea typeface="Arial"/>
                  <a:cs typeface="Arial"/>
                  <a:sym typeface="Arial"/>
                </a:rPr>
                <a:t>66 000 </a:t>
              </a:r>
              <a:r>
                <a:rPr b="0" i="0" lang="fr-FR" sz="1400">
                  <a:solidFill>
                    <a:srgbClr val="161615"/>
                  </a:solidFill>
                  <a:latin typeface="Arial"/>
                  <a:ea typeface="Arial"/>
                  <a:cs typeface="Arial"/>
                  <a:sym typeface="Arial"/>
                </a:rPr>
                <a:t>références.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tiers payant pour ne pas avancer d’argent à l’achat d’une paire de lunettes ou de lentilles.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Deux devis complets avant l’achat d’un équipement optique.</a:t>
              </a:r>
              <a:endParaRPr/>
            </a:p>
          </p:txBody>
        </p:sp>
      </p:grpSp>
      <p:grpSp>
        <p:nvGrpSpPr>
          <p:cNvPr id="146" name="Google Shape;146;p16"/>
          <p:cNvGrpSpPr/>
          <p:nvPr/>
        </p:nvGrpSpPr>
        <p:grpSpPr>
          <a:xfrm>
            <a:off x="1954742" y="4890676"/>
            <a:ext cx="4970666" cy="954107"/>
            <a:chOff x="1730184" y="4376845"/>
            <a:chExt cx="4992359" cy="954107"/>
          </a:xfrm>
        </p:grpSpPr>
        <p:pic>
          <p:nvPicPr>
            <p:cNvPr descr="Icône D'oreille Pour Vos Sites De Conception Et Projets PNG , Audio, Oreille,  Écoutez Licône PNG et vecteur pour téléchargement gratuit" id="147" name="Google Shape;147;p16"/>
            <p:cNvPicPr preferRelativeResize="0"/>
            <p:nvPr/>
          </p:nvPicPr>
          <p:blipFill rotWithShape="1">
            <a:blip r:embed="rId5">
              <a:alphaModFix/>
            </a:blip>
            <a:srcRect b="18905" l="27976" r="29441" t="19011"/>
            <a:stretch/>
          </p:blipFill>
          <p:spPr>
            <a:xfrm>
              <a:off x="1730184" y="4471524"/>
              <a:ext cx="445059" cy="648876"/>
            </a:xfrm>
            <a:prstGeom prst="rect">
              <a:avLst/>
            </a:prstGeom>
            <a:noFill/>
            <a:ln>
              <a:noFill/>
            </a:ln>
          </p:spPr>
        </p:pic>
        <p:sp>
          <p:nvSpPr>
            <p:cNvPr id="148" name="Google Shape;148;p16"/>
            <p:cNvSpPr txBox="1"/>
            <p:nvPr/>
          </p:nvSpPr>
          <p:spPr>
            <a:xfrm>
              <a:off x="2175244" y="4376845"/>
              <a:ext cx="454729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Audio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(jusqu’à 20 % de réduction), une vraie expertise, des facilités de paiement et un suivi régulier pour adapter au mieux vos appareils auditifs.</a:t>
              </a:r>
              <a:endParaRPr/>
            </a:p>
          </p:txBody>
        </p:sp>
      </p:grpSp>
      <p:grpSp>
        <p:nvGrpSpPr>
          <p:cNvPr id="149" name="Google Shape;149;p16"/>
          <p:cNvGrpSpPr/>
          <p:nvPr/>
        </p:nvGrpSpPr>
        <p:grpSpPr>
          <a:xfrm>
            <a:off x="36855" y="6000478"/>
            <a:ext cx="6688442" cy="2462213"/>
            <a:chOff x="521694" y="6041286"/>
            <a:chExt cx="5897889" cy="2462213"/>
          </a:xfrm>
        </p:grpSpPr>
        <p:pic>
          <p:nvPicPr>
            <p:cNvPr descr="Bouton Logo Les Dents - Images vectorielles gratuites sur Pixabay - Pixabay" id="150" name="Google Shape;150;p16"/>
            <p:cNvPicPr preferRelativeResize="0"/>
            <p:nvPr/>
          </p:nvPicPr>
          <p:blipFill rotWithShape="1">
            <a:blip r:embed="rId3">
              <a:alphaModFix/>
            </a:blip>
            <a:srcRect b="0" l="0" r="0" t="0"/>
            <a:stretch/>
          </p:blipFill>
          <p:spPr>
            <a:xfrm>
              <a:off x="521694" y="6128182"/>
              <a:ext cx="665284" cy="665284"/>
            </a:xfrm>
            <a:prstGeom prst="rect">
              <a:avLst/>
            </a:prstGeom>
            <a:noFill/>
            <a:ln>
              <a:noFill/>
            </a:ln>
          </p:spPr>
        </p:pic>
        <p:sp>
          <p:nvSpPr>
            <p:cNvPr id="151" name="Google Shape;151;p16"/>
            <p:cNvSpPr txBox="1"/>
            <p:nvPr/>
          </p:nvSpPr>
          <p:spPr>
            <a:xfrm>
              <a:off x="1144276" y="6041286"/>
              <a:ext cx="5275307"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partenariat Dentaire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pour les prothèses dentaires : jusqu’à 15 % de réduction.</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équipement de qualité grâce à la traçabilité des prothèses dentaires (certification des laboratoires choisis et respect des règlements européens).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Une prévention bucco-dentaire favorisée grâce au partenariat avec l’UFSBD (Union Française pour la Santé Bucco Dentaire).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tiers payant national pour ne pas avancer les frais de vos soins.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annuaire des dentistes partenaires en ligne pour trouver le professionnel le plus proche de vous</a:t>
              </a:r>
              <a:endParaRPr/>
            </a:p>
          </p:txBody>
        </p:sp>
      </p:grpSp>
      <p:grpSp>
        <p:nvGrpSpPr>
          <p:cNvPr id="152" name="Google Shape;152;p16"/>
          <p:cNvGrpSpPr/>
          <p:nvPr/>
        </p:nvGrpSpPr>
        <p:grpSpPr>
          <a:xfrm>
            <a:off x="1425933" y="8618386"/>
            <a:ext cx="5250295" cy="954107"/>
            <a:chOff x="1261356" y="7842852"/>
            <a:chExt cx="5526794" cy="954107"/>
          </a:xfrm>
        </p:grpSpPr>
        <p:pic>
          <p:nvPicPr>
            <p:cNvPr descr="Centre d'ostéopathie - Roxane Gervais St-Amour D.O." id="153" name="Google Shape;153;p16"/>
            <p:cNvPicPr preferRelativeResize="0"/>
            <p:nvPr/>
          </p:nvPicPr>
          <p:blipFill rotWithShape="1">
            <a:blip r:embed="rId6">
              <a:alphaModFix/>
            </a:blip>
            <a:srcRect b="0" l="0" r="0" t="0"/>
            <a:stretch/>
          </p:blipFill>
          <p:spPr>
            <a:xfrm>
              <a:off x="1261356" y="7910070"/>
              <a:ext cx="719680" cy="722893"/>
            </a:xfrm>
            <a:prstGeom prst="rect">
              <a:avLst/>
            </a:prstGeom>
            <a:noFill/>
            <a:ln>
              <a:noFill/>
            </a:ln>
          </p:spPr>
        </p:pic>
        <p:sp>
          <p:nvSpPr>
            <p:cNvPr id="154" name="Google Shape;154;p16"/>
            <p:cNvSpPr txBox="1"/>
            <p:nvPr/>
          </p:nvSpPr>
          <p:spPr>
            <a:xfrm>
              <a:off x="1860500" y="7842852"/>
              <a:ext cx="492765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Prévention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accès à la pratique de certaines médecines douces (chez l’ostéopathe, le diététicien, le pédicure, le podologue…).</a:t>
              </a:r>
              <a:endParaRPr/>
            </a:p>
          </p:txBody>
        </p:sp>
      </p:grpSp>
      <p:pic>
        <p:nvPicPr>
          <p:cNvPr id="155" name="Google Shape;155;p16">
            <a:hlinkClick r:id="rId7"/>
          </p:cNvPr>
          <p:cNvPicPr preferRelativeResize="0"/>
          <p:nvPr/>
        </p:nvPicPr>
        <p:blipFill rotWithShape="1">
          <a:blip r:embed="rId8">
            <a:alphaModFix/>
          </a:blip>
          <a:srcRect b="0" l="0" r="0" t="0"/>
          <a:stretch/>
        </p:blipFill>
        <p:spPr>
          <a:xfrm>
            <a:off x="862202" y="952573"/>
            <a:ext cx="1092540" cy="1040716"/>
          </a:xfrm>
          <a:prstGeom prst="rect">
            <a:avLst/>
          </a:prstGeom>
          <a:noFill/>
          <a:ln>
            <a:noFill/>
          </a:ln>
        </p:spPr>
      </p:pic>
      <p:grpSp>
        <p:nvGrpSpPr>
          <p:cNvPr id="156" name="Google Shape;156;p16"/>
          <p:cNvGrpSpPr/>
          <p:nvPr/>
        </p:nvGrpSpPr>
        <p:grpSpPr>
          <a:xfrm>
            <a:off x="101600" y="93434"/>
            <a:ext cx="6686550" cy="628847"/>
            <a:chOff x="101600" y="93434"/>
            <a:chExt cx="6686550" cy="628847"/>
          </a:xfrm>
        </p:grpSpPr>
        <p:sp>
          <p:nvSpPr>
            <p:cNvPr id="157" name="Google Shape;157;p16"/>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QUIÉTUDE    by                               assuré par                                 </a:t>
              </a:r>
              <a:endParaRPr/>
            </a:p>
          </p:txBody>
        </p:sp>
        <p:pic>
          <p:nvPicPr>
            <p:cNvPr descr="Néoliane Santé &amp; Prévoyance" id="158" name="Google Shape;158;p16"/>
            <p:cNvPicPr preferRelativeResize="0"/>
            <p:nvPr/>
          </p:nvPicPr>
          <p:blipFill rotWithShape="1">
            <a:blip r:embed="rId9">
              <a:alphaModFix/>
            </a:blip>
            <a:srcRect b="0" l="0" r="0" t="0"/>
            <a:stretch/>
          </p:blipFill>
          <p:spPr>
            <a:xfrm>
              <a:off x="2241097" y="263005"/>
              <a:ext cx="1206122" cy="234590"/>
            </a:xfrm>
            <a:prstGeom prst="rect">
              <a:avLst/>
            </a:prstGeom>
            <a:noFill/>
            <a:ln>
              <a:noFill/>
            </a:ln>
          </p:spPr>
        </p:pic>
        <p:pic>
          <p:nvPicPr>
            <p:cNvPr descr="Animaux Santé | Mutuelle Animaux" id="159" name="Google Shape;159;p16"/>
            <p:cNvPicPr preferRelativeResize="0"/>
            <p:nvPr/>
          </p:nvPicPr>
          <p:blipFill rotWithShape="1">
            <a:blip r:embed="rId10">
              <a:alphaModFix/>
            </a:blip>
            <a:srcRect b="0" l="0" r="0" t="0"/>
            <a:stretch/>
          </p:blipFill>
          <p:spPr>
            <a:xfrm>
              <a:off x="4996299" y="93434"/>
              <a:ext cx="1627605" cy="628847"/>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descr="Bouton Logo Les Dents - Images vectorielles gratuites sur Pixabay - Pixabay" id="164" name="Google Shape;164;p17"/>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grpSp>
        <p:nvGrpSpPr>
          <p:cNvPr id="165" name="Google Shape;165;p17"/>
          <p:cNvGrpSpPr/>
          <p:nvPr/>
        </p:nvGrpSpPr>
        <p:grpSpPr>
          <a:xfrm>
            <a:off x="101600" y="106497"/>
            <a:ext cx="6686550" cy="628847"/>
            <a:chOff x="101600" y="93434"/>
            <a:chExt cx="6686550" cy="628847"/>
          </a:xfrm>
        </p:grpSpPr>
        <p:sp>
          <p:nvSpPr>
            <p:cNvPr id="166" name="Google Shape;166;p17"/>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QUIÉTUDE    by                               assuré par                                 </a:t>
              </a:r>
              <a:endParaRPr/>
            </a:p>
          </p:txBody>
        </p:sp>
        <p:pic>
          <p:nvPicPr>
            <p:cNvPr descr="Néoliane Santé &amp; Prévoyance" id="167" name="Google Shape;167;p17"/>
            <p:cNvPicPr preferRelativeResize="0"/>
            <p:nvPr/>
          </p:nvPicPr>
          <p:blipFill rotWithShape="1">
            <a:blip r:embed="rId4">
              <a:alphaModFix/>
            </a:blip>
            <a:srcRect b="0" l="0" r="0" t="0"/>
            <a:stretch/>
          </p:blipFill>
          <p:spPr>
            <a:xfrm>
              <a:off x="2241097" y="263005"/>
              <a:ext cx="1206122" cy="234590"/>
            </a:xfrm>
            <a:prstGeom prst="rect">
              <a:avLst/>
            </a:prstGeom>
            <a:noFill/>
            <a:ln>
              <a:noFill/>
            </a:ln>
          </p:spPr>
        </p:pic>
        <p:pic>
          <p:nvPicPr>
            <p:cNvPr descr="Animaux Santé | Mutuelle Animaux" id="168" name="Google Shape;168;p17"/>
            <p:cNvPicPr preferRelativeResize="0"/>
            <p:nvPr/>
          </p:nvPicPr>
          <p:blipFill rotWithShape="1">
            <a:blip r:embed="rId5">
              <a:alphaModFix/>
            </a:blip>
            <a:srcRect b="0" l="0" r="0" t="0"/>
            <a:stretch/>
          </p:blipFill>
          <p:spPr>
            <a:xfrm>
              <a:off x="4996299" y="93434"/>
              <a:ext cx="1627605" cy="628847"/>
            </a:xfrm>
            <a:prstGeom prst="rect">
              <a:avLst/>
            </a:prstGeom>
            <a:noFill/>
            <a:ln>
              <a:noFill/>
            </a:ln>
          </p:spPr>
        </p:pic>
      </p:grpSp>
      <p:pic>
        <p:nvPicPr>
          <p:cNvPr descr="Comment contacter Inter Mutuelles Assistance ?" id="169" name="Google Shape;169;p17">
            <a:hlinkClick r:id="rId6"/>
          </p:cNvPr>
          <p:cNvPicPr preferRelativeResize="0"/>
          <p:nvPr/>
        </p:nvPicPr>
        <p:blipFill rotWithShape="1">
          <a:blip r:embed="rId7">
            <a:alphaModFix/>
          </a:blip>
          <a:srcRect b="23857" l="0" r="4129" t="28225"/>
          <a:stretch/>
        </p:blipFill>
        <p:spPr>
          <a:xfrm>
            <a:off x="993948" y="862992"/>
            <a:ext cx="1463258" cy="811474"/>
          </a:xfrm>
          <a:prstGeom prst="rect">
            <a:avLst/>
          </a:prstGeom>
          <a:noFill/>
          <a:ln>
            <a:noFill/>
          </a:ln>
        </p:spPr>
      </p:pic>
      <p:sp>
        <p:nvSpPr>
          <p:cNvPr id="170" name="Google Shape;170;p17"/>
          <p:cNvSpPr txBox="1"/>
          <p:nvPr/>
        </p:nvSpPr>
        <p:spPr>
          <a:xfrm>
            <a:off x="1999662" y="839301"/>
            <a:ext cx="468448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70C0"/>
                </a:solidFill>
                <a:latin typeface="Calibri"/>
                <a:ea typeface="Calibri"/>
                <a:cs typeface="Calibri"/>
                <a:sym typeface="Calibri"/>
              </a:rPr>
              <a:t>Pourquoi faire appel à l’assistance IMA ?</a:t>
            </a:r>
            <a:endParaRPr/>
          </a:p>
        </p:txBody>
      </p:sp>
      <p:sp>
        <p:nvSpPr>
          <p:cNvPr id="171" name="Google Shape;171;p17"/>
          <p:cNvSpPr txBox="1"/>
          <p:nvPr/>
        </p:nvSpPr>
        <p:spPr>
          <a:xfrm>
            <a:off x="956518" y="2582472"/>
            <a:ext cx="491033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En cas d’hospitalisation ou d’immobilisation, </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IMA vous propose gratuitement:</a:t>
            </a:r>
            <a:endParaRPr/>
          </a:p>
        </p:txBody>
      </p:sp>
      <p:grpSp>
        <p:nvGrpSpPr>
          <p:cNvPr id="172" name="Google Shape;172;p17"/>
          <p:cNvGrpSpPr/>
          <p:nvPr/>
        </p:nvGrpSpPr>
        <p:grpSpPr>
          <a:xfrm>
            <a:off x="120105" y="3514045"/>
            <a:ext cx="6020613" cy="811475"/>
            <a:chOff x="400050" y="2786464"/>
            <a:chExt cx="6020613" cy="811475"/>
          </a:xfrm>
        </p:grpSpPr>
        <p:sp>
          <p:nvSpPr>
            <p:cNvPr id="173" name="Google Shape;173;p17"/>
            <p:cNvSpPr txBox="1"/>
            <p:nvPr/>
          </p:nvSpPr>
          <p:spPr>
            <a:xfrm>
              <a:off x="987223" y="2897890"/>
              <a:ext cx="5433440"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 l’aide à domicile: (ménage, repas, vaisselle, course à proximité</a:t>
              </a:r>
              <a:endParaRPr/>
            </a:p>
          </p:txBody>
        </p:sp>
        <p:pic>
          <p:nvPicPr>
            <p:cNvPr id="174" name="Google Shape;174;p17"/>
            <p:cNvPicPr preferRelativeResize="0"/>
            <p:nvPr/>
          </p:nvPicPr>
          <p:blipFill rotWithShape="1">
            <a:blip r:embed="rId8">
              <a:alphaModFix/>
            </a:blip>
            <a:srcRect b="0" l="0" r="0" t="0"/>
            <a:stretch/>
          </p:blipFill>
          <p:spPr>
            <a:xfrm>
              <a:off x="400050" y="2786464"/>
              <a:ext cx="591075" cy="811475"/>
            </a:xfrm>
            <a:prstGeom prst="rect">
              <a:avLst/>
            </a:prstGeom>
            <a:noFill/>
            <a:ln>
              <a:noFill/>
            </a:ln>
          </p:spPr>
        </p:pic>
      </p:grpSp>
      <p:grpSp>
        <p:nvGrpSpPr>
          <p:cNvPr id="175" name="Google Shape;175;p17"/>
          <p:cNvGrpSpPr/>
          <p:nvPr/>
        </p:nvGrpSpPr>
        <p:grpSpPr>
          <a:xfrm>
            <a:off x="993948" y="4589245"/>
            <a:ext cx="5639929" cy="662278"/>
            <a:chOff x="222327" y="3957748"/>
            <a:chExt cx="6053947" cy="662278"/>
          </a:xfrm>
        </p:grpSpPr>
        <p:sp>
          <p:nvSpPr>
            <p:cNvPr id="176" name="Google Shape;176;p17"/>
            <p:cNvSpPr txBox="1"/>
            <p:nvPr/>
          </p:nvSpPr>
          <p:spPr>
            <a:xfrm>
              <a:off x="943701" y="4097900"/>
              <a:ext cx="5332573"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Livraison des médicaments</a:t>
              </a:r>
              <a:endParaRPr b="0" i="0" sz="1400">
                <a:solidFill>
                  <a:srgbClr val="161615"/>
                </a:solidFill>
                <a:latin typeface="Arial"/>
                <a:ea typeface="Arial"/>
                <a:cs typeface="Arial"/>
                <a:sym typeface="Arial"/>
              </a:endParaRPr>
            </a:p>
          </p:txBody>
        </p:sp>
        <p:pic>
          <p:nvPicPr>
            <p:cNvPr id="177" name="Google Shape;177;p17"/>
            <p:cNvPicPr preferRelativeResize="0"/>
            <p:nvPr/>
          </p:nvPicPr>
          <p:blipFill rotWithShape="1">
            <a:blip r:embed="rId9">
              <a:alphaModFix/>
            </a:blip>
            <a:srcRect b="0" l="0" r="0" t="0"/>
            <a:stretch/>
          </p:blipFill>
          <p:spPr>
            <a:xfrm>
              <a:off x="222327" y="3957748"/>
              <a:ext cx="768798" cy="662278"/>
            </a:xfrm>
            <a:prstGeom prst="rect">
              <a:avLst/>
            </a:prstGeom>
            <a:noFill/>
            <a:ln>
              <a:noFill/>
            </a:ln>
          </p:spPr>
        </p:pic>
      </p:grpSp>
      <p:grpSp>
        <p:nvGrpSpPr>
          <p:cNvPr id="178" name="Google Shape;178;p17"/>
          <p:cNvGrpSpPr/>
          <p:nvPr/>
        </p:nvGrpSpPr>
        <p:grpSpPr>
          <a:xfrm>
            <a:off x="273017" y="5847231"/>
            <a:ext cx="6198819" cy="733785"/>
            <a:chOff x="222327" y="5188381"/>
            <a:chExt cx="6198819" cy="733785"/>
          </a:xfrm>
        </p:grpSpPr>
        <p:pic>
          <p:nvPicPr>
            <p:cNvPr id="179" name="Google Shape;179;p17"/>
            <p:cNvPicPr preferRelativeResize="0"/>
            <p:nvPr/>
          </p:nvPicPr>
          <p:blipFill rotWithShape="1">
            <a:blip r:embed="rId10">
              <a:alphaModFix/>
            </a:blip>
            <a:srcRect b="0" l="0" r="0" t="0"/>
            <a:stretch/>
          </p:blipFill>
          <p:spPr>
            <a:xfrm>
              <a:off x="222327" y="5188381"/>
              <a:ext cx="836413" cy="733785"/>
            </a:xfrm>
            <a:prstGeom prst="rect">
              <a:avLst/>
            </a:prstGeom>
            <a:noFill/>
            <a:ln>
              <a:noFill/>
            </a:ln>
          </p:spPr>
        </p:pic>
        <p:sp>
          <p:nvSpPr>
            <p:cNvPr id="180" name="Google Shape;180;p17"/>
            <p:cNvSpPr txBox="1"/>
            <p:nvPr/>
          </p:nvSpPr>
          <p:spPr>
            <a:xfrm>
              <a:off x="1088573" y="5248670"/>
              <a:ext cx="5332573" cy="52322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La prise en charge l’animal chez l’adhérant, par un pet Sitter </a:t>
              </a:r>
              <a:endParaRPr/>
            </a:p>
            <a:p>
              <a:pPr indent="0" lvl="0" marL="0" marR="0" rtl="0" algn="l">
                <a:spcBef>
                  <a:spcPts val="0"/>
                </a:spcBef>
                <a:spcAft>
                  <a:spcPts val="0"/>
                </a:spcAft>
                <a:buNone/>
              </a:pPr>
              <a:r>
                <a:rPr lang="fr-FR" sz="1400">
                  <a:solidFill>
                    <a:srgbClr val="161615"/>
                  </a:solidFill>
                  <a:latin typeface="Arial"/>
                  <a:ea typeface="Arial"/>
                  <a:cs typeface="Arial"/>
                  <a:sym typeface="Arial"/>
                </a:rPr>
                <a:t> (Visite, promenade, garde, …)</a:t>
              </a:r>
              <a:endParaRPr/>
            </a:p>
          </p:txBody>
        </p:sp>
      </p:grpSp>
      <p:grpSp>
        <p:nvGrpSpPr>
          <p:cNvPr id="181" name="Google Shape;181;p17"/>
          <p:cNvGrpSpPr/>
          <p:nvPr/>
        </p:nvGrpSpPr>
        <p:grpSpPr>
          <a:xfrm>
            <a:off x="1109430" y="7419366"/>
            <a:ext cx="5524447" cy="609704"/>
            <a:chOff x="194325" y="7406539"/>
            <a:chExt cx="6214502" cy="609704"/>
          </a:xfrm>
        </p:grpSpPr>
        <p:sp>
          <p:nvSpPr>
            <p:cNvPr id="182" name="Google Shape;182;p17"/>
            <p:cNvSpPr txBox="1"/>
            <p:nvPr/>
          </p:nvSpPr>
          <p:spPr>
            <a:xfrm>
              <a:off x="1076254" y="7449781"/>
              <a:ext cx="5332573" cy="52322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Le déplacement aller et retour, d’un proche et son hébergement pendant 2 nuits</a:t>
              </a:r>
              <a:endParaRPr/>
            </a:p>
          </p:txBody>
        </p:sp>
        <p:pic>
          <p:nvPicPr>
            <p:cNvPr id="183" name="Google Shape;183;p17"/>
            <p:cNvPicPr preferRelativeResize="0"/>
            <p:nvPr/>
          </p:nvPicPr>
          <p:blipFill rotWithShape="1">
            <a:blip r:embed="rId11">
              <a:alphaModFix/>
            </a:blip>
            <a:srcRect b="0" l="0" r="0" t="0"/>
            <a:stretch/>
          </p:blipFill>
          <p:spPr>
            <a:xfrm>
              <a:off x="194325" y="7406539"/>
              <a:ext cx="848744" cy="609704"/>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Bouton Logo Les Dents - Images vectorielles gratuites sur Pixabay - Pixabay" id="188" name="Google Shape;188;p18"/>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pic>
        <p:nvPicPr>
          <p:cNvPr descr="100% Santé : des soins pour tous, 100% pris en charge" id="189" name="Google Shape;189;p18"/>
          <p:cNvPicPr preferRelativeResize="0"/>
          <p:nvPr/>
        </p:nvPicPr>
        <p:blipFill rotWithShape="1">
          <a:blip r:embed="rId4">
            <a:alphaModFix/>
          </a:blip>
          <a:srcRect b="13073" l="12590" r="12610" t="9007"/>
          <a:stretch/>
        </p:blipFill>
        <p:spPr>
          <a:xfrm>
            <a:off x="2566913" y="1052692"/>
            <a:ext cx="1489221" cy="1060948"/>
          </a:xfrm>
          <a:prstGeom prst="rect">
            <a:avLst/>
          </a:prstGeom>
          <a:noFill/>
          <a:ln>
            <a:noFill/>
          </a:ln>
        </p:spPr>
      </p:pic>
      <p:sp>
        <p:nvSpPr>
          <p:cNvPr id="190" name="Google Shape;190;p18"/>
          <p:cNvSpPr txBox="1"/>
          <p:nvPr/>
        </p:nvSpPr>
        <p:spPr>
          <a:xfrm>
            <a:off x="468231" y="2476003"/>
            <a:ext cx="6078619"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600">
                <a:solidFill>
                  <a:schemeClr val="dk1"/>
                </a:solidFill>
                <a:latin typeface="Calibri"/>
                <a:ea typeface="Calibri"/>
                <a:cs typeface="Calibri"/>
                <a:sym typeface="Calibri"/>
              </a:rPr>
              <a:t>Le 100% Santé vous permet d’accéder à une offre sans reste à charge sur une sélection d’équipements en dentaire, optique et pour les aides auditives. Les paniers 100% Santé seront pris en charge intégralement par la Sécurité Sociale et la complémentaire santé.</a:t>
            </a:r>
            <a:endParaRPr/>
          </a:p>
          <a:p>
            <a:pPr indent="0" lvl="0" marL="0" marR="0" rtl="0" algn="l">
              <a:spcBef>
                <a:spcPts val="0"/>
              </a:spcBef>
              <a:spcAft>
                <a:spcPts val="0"/>
              </a:spcAft>
              <a:buNone/>
            </a:pPr>
            <a:r>
              <a:rPr lang="fr-FR" sz="1600">
                <a:solidFill>
                  <a:schemeClr val="dk1"/>
                </a:solidFill>
                <a:latin typeface="Calibri"/>
                <a:ea typeface="Calibri"/>
                <a:cs typeface="Calibri"/>
                <a:sym typeface="Calibri"/>
              </a:rPr>
              <a:t>Si vous ne souhaitez pas bénéficier des équipements compris dans ces paniers, les remboursements se feront selon le niveau de garanties que vous avez choisi.</a:t>
            </a:r>
            <a:endParaRPr/>
          </a:p>
        </p:txBody>
      </p:sp>
      <p:sp>
        <p:nvSpPr>
          <p:cNvPr id="191" name="Google Shape;191;p18"/>
          <p:cNvSpPr txBox="1"/>
          <p:nvPr/>
        </p:nvSpPr>
        <p:spPr>
          <a:xfrm>
            <a:off x="196387" y="4506949"/>
            <a:ext cx="388067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rgbClr val="0070C0"/>
                </a:solidFill>
                <a:latin typeface="Calibri"/>
                <a:ea typeface="Calibri"/>
                <a:cs typeface="Calibri"/>
                <a:sym typeface="Calibri"/>
              </a:rPr>
              <a:t>QU’EST-CE QUI CHANGE EN PRATIQUE ?</a:t>
            </a:r>
            <a:endParaRPr/>
          </a:p>
        </p:txBody>
      </p:sp>
      <p:pic>
        <p:nvPicPr>
          <p:cNvPr id="192" name="Google Shape;192;p18"/>
          <p:cNvPicPr preferRelativeResize="0"/>
          <p:nvPr/>
        </p:nvPicPr>
        <p:blipFill rotWithShape="1">
          <a:blip r:embed="rId5">
            <a:alphaModFix/>
          </a:blip>
          <a:srcRect b="0" l="0" r="0" t="0"/>
          <a:stretch/>
        </p:blipFill>
        <p:spPr>
          <a:xfrm>
            <a:off x="468231" y="5368177"/>
            <a:ext cx="2158618" cy="1831149"/>
          </a:xfrm>
          <a:prstGeom prst="rect">
            <a:avLst/>
          </a:prstGeom>
          <a:noFill/>
          <a:ln>
            <a:noFill/>
          </a:ln>
        </p:spPr>
      </p:pic>
      <p:sp>
        <p:nvSpPr>
          <p:cNvPr id="193" name="Google Shape;193;p18"/>
          <p:cNvSpPr txBox="1"/>
          <p:nvPr/>
        </p:nvSpPr>
        <p:spPr>
          <a:xfrm>
            <a:off x="3444875" y="4969962"/>
            <a:ext cx="2460289"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600">
                <a:solidFill>
                  <a:schemeClr val="dk1"/>
                </a:solidFill>
                <a:latin typeface="Calibri"/>
                <a:ea typeface="Calibri"/>
                <a:cs typeface="Calibri"/>
                <a:sym typeface="Calibri"/>
              </a:rPr>
              <a:t>Le professionnel de santé </a:t>
            </a:r>
            <a:endParaRPr/>
          </a:p>
          <a:p>
            <a:pPr indent="0" lvl="0" marL="0" marR="0" rtl="0" algn="ctr">
              <a:spcBef>
                <a:spcPts val="0"/>
              </a:spcBef>
              <a:spcAft>
                <a:spcPts val="0"/>
              </a:spcAft>
              <a:buNone/>
            </a:pPr>
            <a:r>
              <a:rPr lang="fr-FR" sz="1600">
                <a:solidFill>
                  <a:schemeClr val="dk1"/>
                </a:solidFill>
                <a:latin typeface="Calibri"/>
                <a:ea typeface="Calibri"/>
                <a:cs typeface="Calibri"/>
                <a:sym typeface="Calibri"/>
              </a:rPr>
              <a:t>proposera obligatoirement </a:t>
            </a:r>
            <a:endParaRPr/>
          </a:p>
          <a:p>
            <a:pPr indent="0" lvl="0" marL="0" marR="0" rtl="0" algn="ctr">
              <a:spcBef>
                <a:spcPts val="0"/>
              </a:spcBef>
              <a:spcAft>
                <a:spcPts val="0"/>
              </a:spcAft>
              <a:buNone/>
            </a:pPr>
            <a:r>
              <a:rPr lang="fr-FR" sz="1600">
                <a:solidFill>
                  <a:srgbClr val="0070C0"/>
                </a:solidFill>
                <a:latin typeface="Calibri"/>
                <a:ea typeface="Calibri"/>
                <a:cs typeface="Calibri"/>
                <a:sym typeface="Calibri"/>
              </a:rPr>
              <a:t>2 OFFRES</a:t>
            </a:r>
            <a:endParaRPr/>
          </a:p>
        </p:txBody>
      </p:sp>
      <p:sp>
        <p:nvSpPr>
          <p:cNvPr id="194" name="Google Shape;194;p18"/>
          <p:cNvSpPr txBox="1"/>
          <p:nvPr/>
        </p:nvSpPr>
        <p:spPr>
          <a:xfrm>
            <a:off x="2578219" y="6211555"/>
            <a:ext cx="176005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rgbClr val="00B0F0"/>
                </a:solidFill>
                <a:latin typeface="Calibri"/>
                <a:ea typeface="Calibri"/>
                <a:cs typeface="Calibri"/>
                <a:sym typeface="Calibri"/>
              </a:rPr>
              <a:t>1 Devis sans Reste à charge</a:t>
            </a:r>
            <a:endParaRPr/>
          </a:p>
        </p:txBody>
      </p:sp>
      <p:sp>
        <p:nvSpPr>
          <p:cNvPr id="195" name="Google Shape;195;p18"/>
          <p:cNvSpPr txBox="1"/>
          <p:nvPr/>
        </p:nvSpPr>
        <p:spPr>
          <a:xfrm>
            <a:off x="4829920" y="6208601"/>
            <a:ext cx="202808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rgbClr val="00B0F0"/>
                </a:solidFill>
                <a:latin typeface="Calibri"/>
                <a:ea typeface="Calibri"/>
                <a:cs typeface="Calibri"/>
                <a:sym typeface="Calibri"/>
              </a:rPr>
              <a:t>1 Devis « Classique »</a:t>
            </a:r>
            <a:endParaRPr/>
          </a:p>
        </p:txBody>
      </p:sp>
      <p:sp>
        <p:nvSpPr>
          <p:cNvPr id="196" name="Google Shape;196;p18"/>
          <p:cNvSpPr txBox="1"/>
          <p:nvPr/>
        </p:nvSpPr>
        <p:spPr>
          <a:xfrm>
            <a:off x="320433" y="7864329"/>
            <a:ext cx="388067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70C0"/>
                </a:solidFill>
                <a:latin typeface="Calibri"/>
                <a:ea typeface="Calibri"/>
                <a:cs typeface="Calibri"/>
                <a:sym typeface="Calibri"/>
              </a:rPr>
              <a:t>Mais aussi:</a:t>
            </a:r>
            <a:endParaRPr/>
          </a:p>
        </p:txBody>
      </p:sp>
      <p:cxnSp>
        <p:nvCxnSpPr>
          <p:cNvPr id="197" name="Google Shape;197;p18"/>
          <p:cNvCxnSpPr/>
          <p:nvPr/>
        </p:nvCxnSpPr>
        <p:spPr>
          <a:xfrm>
            <a:off x="4760070" y="5831736"/>
            <a:ext cx="520276" cy="350519"/>
          </a:xfrm>
          <a:prstGeom prst="straightConnector1">
            <a:avLst/>
          </a:prstGeom>
          <a:noFill/>
          <a:ln cap="flat" cmpd="sng" w="9525">
            <a:solidFill>
              <a:schemeClr val="accent1"/>
            </a:solidFill>
            <a:prstDash val="solid"/>
            <a:miter lim="800000"/>
            <a:headEnd len="sm" w="sm" type="none"/>
            <a:tailEnd len="med" w="med" type="triangle"/>
          </a:ln>
        </p:spPr>
      </p:cxnSp>
      <p:cxnSp>
        <p:nvCxnSpPr>
          <p:cNvPr id="198" name="Google Shape;198;p18"/>
          <p:cNvCxnSpPr/>
          <p:nvPr/>
        </p:nvCxnSpPr>
        <p:spPr>
          <a:xfrm flipH="1">
            <a:off x="4077063" y="5831736"/>
            <a:ext cx="433750" cy="360899"/>
          </a:xfrm>
          <a:prstGeom prst="straightConnector1">
            <a:avLst/>
          </a:prstGeom>
          <a:noFill/>
          <a:ln cap="flat" cmpd="sng" w="9525">
            <a:solidFill>
              <a:schemeClr val="accent1"/>
            </a:solidFill>
            <a:prstDash val="solid"/>
            <a:miter lim="800000"/>
            <a:headEnd len="sm" w="sm" type="none"/>
            <a:tailEnd len="med" w="med" type="triangle"/>
          </a:ln>
        </p:spPr>
      </p:cxnSp>
      <p:sp>
        <p:nvSpPr>
          <p:cNvPr id="199" name="Google Shape;199;p18"/>
          <p:cNvSpPr txBox="1"/>
          <p:nvPr/>
        </p:nvSpPr>
        <p:spPr>
          <a:xfrm>
            <a:off x="2687429" y="6842131"/>
            <a:ext cx="151368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100">
                <a:solidFill>
                  <a:schemeClr val="dk1"/>
                </a:solidFill>
                <a:latin typeface="Calibri"/>
                <a:ea typeface="Calibri"/>
                <a:cs typeface="Calibri"/>
                <a:sym typeface="Calibri"/>
              </a:rPr>
              <a:t>Soin ou équipement entrant dans le</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panier 100% Santé</a:t>
            </a:r>
            <a:endParaRPr/>
          </a:p>
        </p:txBody>
      </p:sp>
      <p:sp>
        <p:nvSpPr>
          <p:cNvPr id="200" name="Google Shape;200;p18"/>
          <p:cNvSpPr txBox="1"/>
          <p:nvPr/>
        </p:nvSpPr>
        <p:spPr>
          <a:xfrm>
            <a:off x="4500683" y="6854932"/>
            <a:ext cx="2385892" cy="6001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100">
                <a:solidFill>
                  <a:schemeClr val="dk1"/>
                </a:solidFill>
                <a:latin typeface="Calibri"/>
                <a:ea typeface="Calibri"/>
                <a:cs typeface="Calibri"/>
                <a:sym typeface="Calibri"/>
              </a:rPr>
              <a:t>Panier à tarif libre et remboursé par</a:t>
            </a:r>
            <a:endParaRPr/>
          </a:p>
          <a:p>
            <a:pPr indent="0" lvl="0" marL="0" marR="0" rtl="0" algn="ctr">
              <a:spcBef>
                <a:spcPts val="0"/>
              </a:spcBef>
              <a:spcAft>
                <a:spcPts val="0"/>
              </a:spcAft>
              <a:buNone/>
            </a:pPr>
            <a:r>
              <a:rPr lang="fr-FR" sz="1100">
                <a:solidFill>
                  <a:schemeClr val="dk1"/>
                </a:solidFill>
                <a:latin typeface="Calibri"/>
                <a:ea typeface="Calibri"/>
                <a:cs typeface="Calibri"/>
                <a:sym typeface="Calibri"/>
              </a:rPr>
              <a:t>l’assurance complémentaire dans les</a:t>
            </a:r>
            <a:endParaRPr/>
          </a:p>
          <a:p>
            <a:pPr indent="0" lvl="0" marL="0" marR="0" rtl="0" algn="ctr">
              <a:spcBef>
                <a:spcPts val="0"/>
              </a:spcBef>
              <a:spcAft>
                <a:spcPts val="0"/>
              </a:spcAft>
              <a:buNone/>
            </a:pPr>
            <a:r>
              <a:rPr lang="fr-FR" sz="1100">
                <a:solidFill>
                  <a:schemeClr val="dk1"/>
                </a:solidFill>
                <a:latin typeface="Calibri"/>
                <a:ea typeface="Calibri"/>
                <a:cs typeface="Calibri"/>
                <a:sym typeface="Calibri"/>
              </a:rPr>
              <a:t>conditions prévues par le contrat</a:t>
            </a:r>
            <a:endParaRPr/>
          </a:p>
        </p:txBody>
      </p:sp>
      <p:sp>
        <p:nvSpPr>
          <p:cNvPr id="201" name="Google Shape;201;p18"/>
          <p:cNvSpPr txBox="1"/>
          <p:nvPr/>
        </p:nvSpPr>
        <p:spPr>
          <a:xfrm>
            <a:off x="330200" y="8327508"/>
            <a:ext cx="6556375"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chemeClr val="dk1"/>
                </a:solidFill>
                <a:latin typeface="Calibri"/>
                <a:ea typeface="Calibri"/>
                <a:cs typeface="Calibri"/>
                <a:sym typeface="Calibri"/>
              </a:rPr>
              <a:t>&gt; Fixation de prix limites de vente (PLV) imposés aux professionnels de santé</a:t>
            </a:r>
            <a:endParaRPr/>
          </a:p>
          <a:p>
            <a:pPr indent="0" lvl="0" marL="0" marR="0" rtl="0" algn="l">
              <a:spcBef>
                <a:spcPts val="0"/>
              </a:spcBef>
              <a:spcAft>
                <a:spcPts val="0"/>
              </a:spcAft>
              <a:buNone/>
            </a:pPr>
            <a:r>
              <a:rPr lang="fr-FR" sz="1400">
                <a:solidFill>
                  <a:schemeClr val="dk1"/>
                </a:solidFill>
                <a:latin typeface="Calibri"/>
                <a:ea typeface="Calibri"/>
                <a:cs typeface="Calibri"/>
                <a:sym typeface="Calibri"/>
              </a:rPr>
              <a:t>&gt; Augmentation de la base de remboursement (BR) du régime obligatoire (RO) &amp; du remboursement des complémentaires santé</a:t>
            </a:r>
            <a:endParaRPr/>
          </a:p>
        </p:txBody>
      </p:sp>
      <p:grpSp>
        <p:nvGrpSpPr>
          <p:cNvPr id="202" name="Google Shape;202;p18"/>
          <p:cNvGrpSpPr/>
          <p:nvPr/>
        </p:nvGrpSpPr>
        <p:grpSpPr>
          <a:xfrm>
            <a:off x="101600" y="93434"/>
            <a:ext cx="6686550" cy="628847"/>
            <a:chOff x="101600" y="93434"/>
            <a:chExt cx="6686550" cy="628847"/>
          </a:xfrm>
        </p:grpSpPr>
        <p:sp>
          <p:nvSpPr>
            <p:cNvPr id="203" name="Google Shape;203;p18"/>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QUIÉTUDE    by                               assuré par                                 </a:t>
              </a:r>
              <a:endParaRPr/>
            </a:p>
          </p:txBody>
        </p:sp>
        <p:pic>
          <p:nvPicPr>
            <p:cNvPr descr="Néoliane Santé &amp; Prévoyance" id="204" name="Google Shape;204;p18"/>
            <p:cNvPicPr preferRelativeResize="0"/>
            <p:nvPr/>
          </p:nvPicPr>
          <p:blipFill rotWithShape="1">
            <a:blip r:embed="rId6">
              <a:alphaModFix/>
            </a:blip>
            <a:srcRect b="0" l="0" r="0" t="0"/>
            <a:stretch/>
          </p:blipFill>
          <p:spPr>
            <a:xfrm>
              <a:off x="2241097" y="263005"/>
              <a:ext cx="1206122" cy="234590"/>
            </a:xfrm>
            <a:prstGeom prst="rect">
              <a:avLst/>
            </a:prstGeom>
            <a:noFill/>
            <a:ln>
              <a:noFill/>
            </a:ln>
          </p:spPr>
        </p:pic>
        <p:pic>
          <p:nvPicPr>
            <p:cNvPr descr="Animaux Santé | Mutuelle Animaux" id="205" name="Google Shape;205;p18"/>
            <p:cNvPicPr preferRelativeResize="0"/>
            <p:nvPr/>
          </p:nvPicPr>
          <p:blipFill rotWithShape="1">
            <a:blip r:embed="rId7">
              <a:alphaModFix/>
            </a:blip>
            <a:srcRect b="0" l="0" r="0" t="0"/>
            <a:stretch/>
          </p:blipFill>
          <p:spPr>
            <a:xfrm>
              <a:off x="4996299" y="93434"/>
              <a:ext cx="1627605" cy="628847"/>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Bouton Logo Les Dents - Images vectorielles gratuites sur Pixabay - Pixabay" id="210" name="Google Shape;210;p19"/>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pic>
        <p:nvPicPr>
          <p:cNvPr descr="100% Santé : des soins pour tous, 100% pris en charge" id="211" name="Google Shape;211;p19"/>
          <p:cNvPicPr preferRelativeResize="0"/>
          <p:nvPr/>
        </p:nvPicPr>
        <p:blipFill rotWithShape="1">
          <a:blip r:embed="rId4">
            <a:alphaModFix/>
          </a:blip>
          <a:srcRect b="13073" l="12590" r="12610" t="9007"/>
          <a:stretch/>
        </p:blipFill>
        <p:spPr>
          <a:xfrm>
            <a:off x="2566913" y="980122"/>
            <a:ext cx="1489221" cy="1060948"/>
          </a:xfrm>
          <a:prstGeom prst="rect">
            <a:avLst/>
          </a:prstGeom>
          <a:noFill/>
          <a:ln>
            <a:noFill/>
          </a:ln>
        </p:spPr>
      </p:pic>
      <p:pic>
        <p:nvPicPr>
          <p:cNvPr id="212" name="Google Shape;212;p19"/>
          <p:cNvPicPr preferRelativeResize="0"/>
          <p:nvPr/>
        </p:nvPicPr>
        <p:blipFill rotWithShape="1">
          <a:blip r:embed="rId5">
            <a:alphaModFix/>
          </a:blip>
          <a:srcRect b="0" l="0" r="0" t="0"/>
          <a:stretch/>
        </p:blipFill>
        <p:spPr>
          <a:xfrm>
            <a:off x="876398" y="1992003"/>
            <a:ext cx="5911752" cy="7546705"/>
          </a:xfrm>
          <a:prstGeom prst="rect">
            <a:avLst/>
          </a:prstGeom>
          <a:noFill/>
          <a:ln>
            <a:noFill/>
          </a:ln>
        </p:spPr>
      </p:pic>
      <p:pic>
        <p:nvPicPr>
          <p:cNvPr id="213" name="Google Shape;213;p19"/>
          <p:cNvPicPr preferRelativeResize="0"/>
          <p:nvPr/>
        </p:nvPicPr>
        <p:blipFill rotWithShape="1">
          <a:blip r:embed="rId6">
            <a:alphaModFix/>
          </a:blip>
          <a:srcRect b="0" l="0" r="0" t="0"/>
          <a:stretch/>
        </p:blipFill>
        <p:spPr>
          <a:xfrm>
            <a:off x="0" y="2996154"/>
            <a:ext cx="1147989" cy="641789"/>
          </a:xfrm>
          <a:prstGeom prst="rect">
            <a:avLst/>
          </a:prstGeom>
          <a:noFill/>
          <a:ln>
            <a:noFill/>
          </a:ln>
        </p:spPr>
      </p:pic>
      <p:pic>
        <p:nvPicPr>
          <p:cNvPr id="214" name="Google Shape;214;p19"/>
          <p:cNvPicPr preferRelativeResize="0"/>
          <p:nvPr/>
        </p:nvPicPr>
        <p:blipFill rotWithShape="1">
          <a:blip r:embed="rId7">
            <a:alphaModFix/>
          </a:blip>
          <a:srcRect b="0" l="0" r="0" t="0"/>
          <a:stretch/>
        </p:blipFill>
        <p:spPr>
          <a:xfrm>
            <a:off x="-1" y="5446720"/>
            <a:ext cx="1147989" cy="637269"/>
          </a:xfrm>
          <a:prstGeom prst="rect">
            <a:avLst/>
          </a:prstGeom>
          <a:noFill/>
          <a:ln>
            <a:noFill/>
          </a:ln>
        </p:spPr>
      </p:pic>
      <p:pic>
        <p:nvPicPr>
          <p:cNvPr id="215" name="Google Shape;215;p19"/>
          <p:cNvPicPr preferRelativeResize="0"/>
          <p:nvPr/>
        </p:nvPicPr>
        <p:blipFill rotWithShape="1">
          <a:blip r:embed="rId8">
            <a:alphaModFix/>
          </a:blip>
          <a:srcRect b="0" l="0" r="0" t="0"/>
          <a:stretch/>
        </p:blipFill>
        <p:spPr>
          <a:xfrm>
            <a:off x="-1" y="7991398"/>
            <a:ext cx="1138950" cy="601113"/>
          </a:xfrm>
          <a:prstGeom prst="rect">
            <a:avLst/>
          </a:prstGeom>
          <a:noFill/>
          <a:ln>
            <a:noFill/>
          </a:ln>
        </p:spPr>
      </p:pic>
      <p:grpSp>
        <p:nvGrpSpPr>
          <p:cNvPr id="216" name="Google Shape;216;p19"/>
          <p:cNvGrpSpPr/>
          <p:nvPr/>
        </p:nvGrpSpPr>
        <p:grpSpPr>
          <a:xfrm>
            <a:off x="101600" y="93434"/>
            <a:ext cx="6686550" cy="628847"/>
            <a:chOff x="101600" y="93434"/>
            <a:chExt cx="6686550" cy="628847"/>
          </a:xfrm>
        </p:grpSpPr>
        <p:sp>
          <p:nvSpPr>
            <p:cNvPr id="217" name="Google Shape;217;p19"/>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QUIÉTUDE    by                               assuré par                                 </a:t>
              </a:r>
              <a:endParaRPr/>
            </a:p>
          </p:txBody>
        </p:sp>
        <p:pic>
          <p:nvPicPr>
            <p:cNvPr descr="Néoliane Santé &amp; Prévoyance" id="218" name="Google Shape;218;p19"/>
            <p:cNvPicPr preferRelativeResize="0"/>
            <p:nvPr/>
          </p:nvPicPr>
          <p:blipFill rotWithShape="1">
            <a:blip r:embed="rId9">
              <a:alphaModFix/>
            </a:blip>
            <a:srcRect b="0" l="0" r="0" t="0"/>
            <a:stretch/>
          </p:blipFill>
          <p:spPr>
            <a:xfrm>
              <a:off x="2241097" y="263005"/>
              <a:ext cx="1206122" cy="234590"/>
            </a:xfrm>
            <a:prstGeom prst="rect">
              <a:avLst/>
            </a:prstGeom>
            <a:noFill/>
            <a:ln>
              <a:noFill/>
            </a:ln>
          </p:spPr>
        </p:pic>
        <p:pic>
          <p:nvPicPr>
            <p:cNvPr descr="Animaux Santé | Mutuelle Animaux" id="219" name="Google Shape;219;p19"/>
            <p:cNvPicPr preferRelativeResize="0"/>
            <p:nvPr/>
          </p:nvPicPr>
          <p:blipFill rotWithShape="1">
            <a:blip r:embed="rId10">
              <a:alphaModFix/>
            </a:blip>
            <a:srcRect b="0" l="0" r="0" t="0"/>
            <a:stretch/>
          </p:blipFill>
          <p:spPr>
            <a:xfrm>
              <a:off x="4996299" y="93434"/>
              <a:ext cx="1627605" cy="628847"/>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2018-01-12T04:36:24Z</dcterms:created>
  <dc:creator>Aurelie Racamier</dc:creator>
</cp:coreProperties>
</file>