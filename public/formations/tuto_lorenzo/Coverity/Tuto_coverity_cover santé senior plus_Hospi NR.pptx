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PX2z/RzTSM69aWzAHZZPkkN5m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1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1" Type="http://schemas.openxmlformats.org/officeDocument/2006/relationships/hyperlink" Target="#'12'!A1" TargetMode="External"/><Relationship Id="rId10" Type="http://schemas.openxmlformats.org/officeDocument/2006/relationships/image" Target="../media/image15.png"/><Relationship Id="rId12" Type="http://schemas.openxmlformats.org/officeDocument/2006/relationships/image" Target="../media/image1.png"/><Relationship Id="rId9" Type="http://schemas.openxmlformats.org/officeDocument/2006/relationships/hyperlink" Target="#'6'!A1" TargetMode="External"/><Relationship Id="rId5" Type="http://schemas.openxmlformats.org/officeDocument/2006/relationships/image" Target="../media/image16.jpg"/><Relationship Id="rId6" Type="http://schemas.openxmlformats.org/officeDocument/2006/relationships/hyperlink" Target="#'30'!A1" TargetMode="External"/><Relationship Id="rId7" Type="http://schemas.openxmlformats.org/officeDocument/2006/relationships/image" Target="../media/image12.jpg"/><Relationship Id="rId8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12.jpg"/><Relationship Id="rId6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12.jpg"/><Relationship Id="rId6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1" Type="http://schemas.openxmlformats.org/officeDocument/2006/relationships/image" Target="../media/image9.jpg"/><Relationship Id="rId10" Type="http://schemas.openxmlformats.org/officeDocument/2006/relationships/image" Target="../media/image12.jp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hyperlink" Target="#'12'!A1" TargetMode="External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619436" y="2622471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NON responsable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une option SURCO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707709" y="4699976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687649" y="6773325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677313" y="2859889"/>
            <a:ext cx="976837" cy="1010393"/>
            <a:chOff x="2109263" y="1465142"/>
            <a:chExt cx="976837" cy="1010393"/>
          </a:xfrm>
        </p:grpSpPr>
        <p:sp>
          <p:nvSpPr>
            <p:cNvPr id="94" name="Google Shape;94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5" name="Google Shape;95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"/>
          <p:cNvGrpSpPr/>
          <p:nvPr/>
        </p:nvGrpSpPr>
        <p:grpSpPr>
          <a:xfrm>
            <a:off x="2777410" y="4943367"/>
            <a:ext cx="976837" cy="1010393"/>
            <a:chOff x="2693612" y="4712978"/>
            <a:chExt cx="976837" cy="1010393"/>
          </a:xfrm>
        </p:grpSpPr>
        <p:sp>
          <p:nvSpPr>
            <p:cNvPr id="97" name="Google Shape;97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98" name="Google Shape;98;p1"/>
            <p:cNvPicPr preferRelativeResize="0"/>
            <p:nvPr/>
          </p:nvPicPr>
          <p:blipFill rotWithShape="1">
            <a:blip r:embed="rId4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"/>
          <p:cNvGrpSpPr/>
          <p:nvPr/>
        </p:nvGrpSpPr>
        <p:grpSpPr>
          <a:xfrm>
            <a:off x="2768595" y="7018086"/>
            <a:ext cx="976837" cy="1010393"/>
            <a:chOff x="2566518" y="6340968"/>
            <a:chExt cx="976837" cy="1010393"/>
          </a:xfrm>
        </p:grpSpPr>
        <p:sp>
          <p:nvSpPr>
            <p:cNvPr id="100" name="Google Shape;100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1" name="Google Shape;101;p1"/>
            <p:cNvPicPr preferRelativeResize="0"/>
            <p:nvPr/>
          </p:nvPicPr>
          <p:blipFill rotWithShape="1">
            <a:blip r:embed="rId5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séniors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05" name="Google Shape;105;p1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 Santé sénior plus Hospi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06" name="Google Shape;106;p1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28501" l="0" r="0" t="33000"/>
            <a:stretch/>
          </p:blipFill>
          <p:spPr>
            <a:xfrm>
              <a:off x="3654650" y="198136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07" name="Google Shape;107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56094" y="134450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utuelle Générale de la Distribution - MGD | LinkedIn"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0625" y="2949284"/>
            <a:ext cx="765938" cy="7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53147" y="5106612"/>
            <a:ext cx="1550630" cy="630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dial" id="110" name="Google Shape;110;p1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7096" l="5390" r="5199" t="6452"/>
          <a:stretch/>
        </p:blipFill>
        <p:spPr>
          <a:xfrm>
            <a:off x="4769031" y="7118949"/>
            <a:ext cx="1365344" cy="68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329746" y="2235682"/>
            <a:ext cx="6198508" cy="9880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renforcées sur les postes plébiscités par les + de 55 ans 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hospitalisation, chambre particulière,…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348343" y="3347335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348343" y="4171328"/>
            <a:ext cx="6198508" cy="6920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351970" y="5022334"/>
            <a:ext cx="6198508" cy="9594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option SURCO pouvant être souscrite en complément de la formule de base à partir du niveau 2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0" name="Google Shape;120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Coverity Santé Sénior Plus ?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Bonne idée - Icônes commercialisation gratuites" id="121" name="Google Shape;12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2"/>
          <p:cNvSpPr/>
          <p:nvPr/>
        </p:nvSpPr>
        <p:spPr>
          <a:xfrm>
            <a:off x="373743" y="6128882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MONDIALE ASSISTANCE en inclusion :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(5 consultations /an /bénéficiaire), services d’aide à domicile, téléassistance soutien psychologique, portail coach bienêtre, conseil santé &amp; bien-être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73743" y="7779361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téléconsultation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25" name="Google Shape;125;p2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 Santé sénior plus Hospi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26" name="Google Shape;126;p2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28501" l="0" r="0" t="33000"/>
            <a:stretch/>
          </p:blipFill>
          <p:spPr>
            <a:xfrm>
              <a:off x="3654650" y="198136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27" name="Google Shape;127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56094" y="134450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3"/>
          <p:cNvGrpSpPr/>
          <p:nvPr/>
        </p:nvGrpSpPr>
        <p:grpSpPr>
          <a:xfrm>
            <a:off x="829660" y="2290969"/>
            <a:ext cx="5099268" cy="1569660"/>
            <a:chOff x="976399" y="1029786"/>
            <a:chExt cx="5099268" cy="1569660"/>
          </a:xfrm>
        </p:grpSpPr>
        <p:pic>
          <p:nvPicPr>
            <p:cNvPr descr="ajuster la conception de l'icône créative 15456496 Art vectoriel chez  Vecteezy" id="134" name="Google Shape;13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3"/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Avec l’option </a:t>
              </a:r>
              <a:r>
                <a:rPr b="1" lang="fr-FR" sz="2400" u="sng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SURCO</a:t>
              </a: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, Santé sénior plus, vous donne la possibilité de renforcer toutes vos garanties</a:t>
              </a:r>
              <a:endParaRPr b="1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/>
          <p:nvPr/>
        </p:nvSpPr>
        <p:spPr>
          <a:xfrm>
            <a:off x="1603335" y="5429514"/>
            <a:ext cx="486051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2000"/>
              <a:buFont typeface="Noto Sans Symbols"/>
              <a:buChar char="▪"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Gagnez jusqu’à:</a:t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🡪15% sur les honoraires</a:t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🡪30€/Jour sur le confort à l’hôpital</a:t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8" name="Google Shape;138;p3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 Santé sénior plus Hospi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39" name="Google Shape;139;p3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28501" l="0" r="0" t="33000"/>
            <a:stretch/>
          </p:blipFill>
          <p:spPr>
            <a:xfrm>
              <a:off x="3654650" y="198136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40" name="Google Shape;14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56094" y="134450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MONDIAL ?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MONDIAL Assistance, vous propose gratuitement: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4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149" name="Google Shape;149;p4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0" name="Google Shape;15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4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152" name="Google Shape;152;p4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 et matériel médical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4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55" name="Google Shape;155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4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ondial" id="157" name="Google Shape;157;p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7096" l="5390" r="5199" t="6452"/>
          <a:stretch/>
        </p:blipFill>
        <p:spPr>
          <a:xfrm>
            <a:off x="478237" y="2496834"/>
            <a:ext cx="1387521" cy="696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59" name="Google Shape;159;p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 Santé sénior plus Hospi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60" name="Google Shape;160;p4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28501" l="0" r="0" t="33000"/>
            <a:stretch/>
          </p:blipFill>
          <p:spPr>
            <a:xfrm>
              <a:off x="3654650" y="198136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61" name="Google Shape;16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56094" y="134450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DC9574338AA64C3F979710C1378DDBB6_12</vt:lpwstr>
  </property>
  <property fmtid="{D5CDD505-2E9C-101B-9397-08002B2CF9AE}" pid="3" name="KSOProductBuildVer">
    <vt:lpwstr>1036-12.2.0.22549</vt:lpwstr>
  </property>
</Properties>
</file>