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bEgGr1kp89maNoYKRWnSu/5jX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jpg"/><Relationship Id="rId10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3.jpg"/><Relationship Id="rId7" Type="http://schemas.openxmlformats.org/officeDocument/2006/relationships/image" Target="../media/image8.png"/><Relationship Id="rId8" Type="http://schemas.openxmlformats.org/officeDocument/2006/relationships/hyperlink" Target="#'5'!A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0" Type="http://schemas.openxmlformats.org/officeDocument/2006/relationships/image" Target="../media/image4.png"/><Relationship Id="rId9" Type="http://schemas.openxmlformats.org/officeDocument/2006/relationships/image" Target="../media/image1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.jp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10" Type="http://schemas.openxmlformats.org/officeDocument/2006/relationships/image" Target="../media/image4.png"/><Relationship Id="rId9" Type="http://schemas.openxmlformats.org/officeDocument/2006/relationships/image" Target="../media/image1.jp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deux options de reduction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2045763" y="1579801"/>
            <a:ext cx="976837" cy="1010393"/>
            <a:chOff x="2109263" y="1465142"/>
            <a:chExt cx="976837" cy="1010393"/>
          </a:xfrm>
        </p:grpSpPr>
        <p:sp>
          <p:nvSpPr>
            <p:cNvPr id="92" name="Google Shape;9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18-85 ans</a:t>
            </a:r>
            <a:endParaRPr/>
          </a:p>
        </p:txBody>
      </p:sp>
      <p:pic>
        <p:nvPicPr>
          <p:cNvPr descr="Acheel (@acheel_com) / X" id="96" name="Google Shape;96;p14"/>
          <p:cNvPicPr preferRelativeResize="0"/>
          <p:nvPr/>
        </p:nvPicPr>
        <p:blipFill rotWithShape="1">
          <a:blip r:embed="rId4">
            <a:alphaModFix/>
          </a:blip>
          <a:srcRect b="29293" l="0" r="0" t="30368"/>
          <a:stretch/>
        </p:blipFill>
        <p:spPr>
          <a:xfrm>
            <a:off x="4200193" y="1710871"/>
            <a:ext cx="1195640" cy="4822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4"/>
          <p:cNvGrpSpPr/>
          <p:nvPr/>
        </p:nvGrpSpPr>
        <p:grpSpPr>
          <a:xfrm>
            <a:off x="2739041" y="4221033"/>
            <a:ext cx="3759200" cy="1463934"/>
            <a:chOff x="2841625" y="4500433"/>
            <a:chExt cx="3759200" cy="1463934"/>
          </a:xfrm>
        </p:grpSpPr>
        <p:sp>
          <p:nvSpPr>
            <p:cNvPr id="98" name="Google Shape;98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99" name="Google Shape;99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01" name="Google Shape;101;p14"/>
              <p:cNvPicPr preferRelativeResize="0"/>
              <p:nvPr/>
            </p:nvPicPr>
            <p:blipFill rotWithShape="1">
              <a:blip r:embed="rId5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2" name="Google Shape;102;p14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03" name="Google Shape;103;p14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" name="Google Shape;104;p14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06" name="Google Shape;106;p14"/>
              <p:cNvPicPr preferRelativeResize="0"/>
              <p:nvPr/>
            </p:nvPicPr>
            <p:blipFill rotWithShape="1">
              <a:blip r:embed="rId6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00193" y="7751334"/>
            <a:ext cx="1193800" cy="648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28687" y="4679851"/>
            <a:ext cx="930612" cy="523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Intassur       by                                        assuré par                                 </a:t>
                </a:r>
                <a:endParaRPr/>
              </a:p>
            </p:txBody>
          </p:sp>
          <p:pic>
            <p:nvPicPr>
              <p:cNvPr descr="Acheel (@acheel_com) / X" id="112" name="Google Shape;112;p14"/>
              <p:cNvPicPr preferRelativeResize="0"/>
              <p:nvPr/>
            </p:nvPicPr>
            <p:blipFill rotWithShape="1">
              <a:blip r:embed="rId4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3" name="Google Shape;113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48343" y="5360353"/>
            <a:ext cx="6198508" cy="748347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 professions éligibles pour le poste médecine naturelle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48343" y="6214918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MUTUAIDE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22" name="Google Shape;122;p15"/>
          <p:cNvGrpSpPr/>
          <p:nvPr/>
        </p:nvGrpSpPr>
        <p:grpSpPr>
          <a:xfrm>
            <a:off x="1248230" y="945460"/>
            <a:ext cx="5215702" cy="1038626"/>
            <a:chOff x="1248230" y="945460"/>
            <a:chExt cx="5215702" cy="1038626"/>
          </a:xfrm>
        </p:grpSpPr>
        <p:sp>
          <p:nvSpPr>
            <p:cNvPr id="123" name="Google Shape;123;p15"/>
            <p:cNvSpPr txBox="1"/>
            <p:nvPr/>
          </p:nvSpPr>
          <p:spPr>
            <a:xfrm>
              <a:off x="2283732" y="1029786"/>
              <a:ext cx="41802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Kiassure Instassur ?</a:t>
              </a:r>
              <a:endParaRPr/>
            </a:p>
          </p:txBody>
        </p:sp>
        <p:pic>
          <p:nvPicPr>
            <p:cNvPr descr="Bonne idée - Icônes commercialisation gratuites" id="124" name="Google Shape;12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15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UNE OFFRE COMPÉTITIVE ET ADAPTÉE AU BUDGET DE CHAQUE PROFIL</a:t>
            </a:r>
            <a:endParaRPr/>
          </a:p>
        </p:txBody>
      </p:sp>
      <p:grpSp>
        <p:nvGrpSpPr>
          <p:cNvPr id="126" name="Google Shape;126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28" name="Google Shape;128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/>
              </a:p>
            </p:txBody>
          </p:sp>
          <p:pic>
            <p:nvPicPr>
              <p:cNvPr descr="Acheel (@acheel_com) / X" id="129" name="Google Shape;129;p15"/>
              <p:cNvPicPr preferRelativeResize="0"/>
              <p:nvPr/>
            </p:nvPicPr>
            <p:blipFill rotWithShape="1">
              <a:blip r:embed="rId4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0" name="Google Shape;13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5"/>
          <p:cNvSpPr/>
          <p:nvPr/>
        </p:nvSpPr>
        <p:spPr>
          <a:xfrm>
            <a:off x="348343" y="4052253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pour les coupels et les familles -10%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48343" y="4712653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Bonus de fidélité à partir de 12 mois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48343" y="7824472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Service CPMS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Test de vue (En ligne)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Prise de Rendez-vous (Ophtalmologues partenaires)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100% SANTÉ étendu sur 300 références de montures et les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verres HOYA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2026535" y="168656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MUTUAIDE ?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83391" y="3429737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MUTUAIDE vous propose gratuitement:</a:t>
            </a:r>
            <a:endParaRPr/>
          </a:p>
        </p:txBody>
      </p:sp>
      <p:grpSp>
        <p:nvGrpSpPr>
          <p:cNvPr id="141" name="Google Shape;141;p16"/>
          <p:cNvGrpSpPr/>
          <p:nvPr/>
        </p:nvGrpSpPr>
        <p:grpSpPr>
          <a:xfrm>
            <a:off x="146978" y="4361310"/>
            <a:ext cx="6020613" cy="811475"/>
            <a:chOff x="400050" y="2786464"/>
            <a:chExt cx="6020613" cy="811475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43" name="Google Shape;14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6"/>
          <p:cNvGrpSpPr/>
          <p:nvPr/>
        </p:nvGrpSpPr>
        <p:grpSpPr>
          <a:xfrm>
            <a:off x="858780" y="5329737"/>
            <a:ext cx="5639929" cy="662278"/>
            <a:chOff x="222327" y="3957748"/>
            <a:chExt cx="6053947" cy="662278"/>
          </a:xfrm>
        </p:grpSpPr>
        <p:sp>
          <p:nvSpPr>
            <p:cNvPr id="145" name="Google Shape;145;p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livraison des médicaments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" name="Google Shape;14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6"/>
          <p:cNvGrpSpPr/>
          <p:nvPr/>
        </p:nvGrpSpPr>
        <p:grpSpPr>
          <a:xfrm>
            <a:off x="146978" y="6365540"/>
            <a:ext cx="6198819" cy="733785"/>
            <a:chOff x="222327" y="5188381"/>
            <a:chExt cx="6198819" cy="733785"/>
          </a:xfrm>
        </p:grpSpPr>
        <p:pic>
          <p:nvPicPr>
            <p:cNvPr id="148" name="Google Shape;14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pic>
        <p:nvPicPr>
          <p:cNvPr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053" y="1786624"/>
            <a:ext cx="1255309" cy="682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6"/>
          <p:cNvGrpSpPr/>
          <p:nvPr/>
        </p:nvGrpSpPr>
        <p:grpSpPr>
          <a:xfrm>
            <a:off x="974262" y="7609729"/>
            <a:ext cx="5524447" cy="609704"/>
            <a:chOff x="194325" y="7406539"/>
            <a:chExt cx="6214502" cy="609704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1076254" y="7449781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déplacement aller et retour, d’un proche et son hébergement pendant 6 nuits</a:t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4325" y="7406539"/>
              <a:ext cx="848744" cy="609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5" name="Google Shape;155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6" name="Google Shape;156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/>
              </a:p>
            </p:txBody>
          </p:sp>
          <p:pic>
            <p:nvPicPr>
              <p:cNvPr descr="Acheel (@acheel_com) / X" id="157" name="Google Shape;157;p16"/>
              <p:cNvPicPr preferRelativeResize="0"/>
              <p:nvPr/>
            </p:nvPicPr>
            <p:blipFill rotWithShape="1">
              <a:blip r:embed="rId9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8" name="Google Shape;158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64" name="Google Shape;164;p17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172" name="Google Shape;172;p17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" name="Google Shape;173;p17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" name="Google Shape;174;p17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177" name="Google Shape;177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8" name="Google Shape;178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/>
              </a:p>
            </p:txBody>
          </p:sp>
          <p:pic>
            <p:nvPicPr>
              <p:cNvPr descr="Acheel (@acheel_com) / X" id="180" name="Google Shape;180;p17"/>
              <p:cNvPicPr preferRelativeResize="0"/>
              <p:nvPr/>
            </p:nvPicPr>
            <p:blipFill rotWithShape="1">
              <a:blip r:embed="rId6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1" name="Google Shape;18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87" name="Google Shape;187;p18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3" name="Google Shape;193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4" name="Google Shape;194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Golden Santé  by                                    assuré par                                 </a:t>
                </a:r>
                <a:endParaRPr/>
              </a:p>
            </p:txBody>
          </p:sp>
          <p:pic>
            <p:nvPicPr>
              <p:cNvPr descr="Acheel (@acheel_com) / X" id="195" name="Google Shape;195;p18"/>
              <p:cNvPicPr preferRelativeResize="0"/>
              <p:nvPr/>
            </p:nvPicPr>
            <p:blipFill rotWithShape="1">
              <a:blip r:embed="rId9">
                <a:alphaModFix/>
              </a:blip>
              <a:srcRect b="29293" l="0" r="0" t="30368"/>
              <a:stretch/>
            </p:blipFill>
            <p:spPr>
              <a:xfrm>
                <a:off x="5149266" y="160550"/>
                <a:ext cx="1195640" cy="482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6" name="Google Shape;19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6491" y="198841"/>
              <a:ext cx="1503161" cy="43215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